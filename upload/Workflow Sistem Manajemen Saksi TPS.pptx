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Oranienbaum" panose="020B0604020202020204" charset="0"/>
      <p:regular r:id="rId20"/>
    </p:embeddedFont>
    <p:embeddedFont>
      <p:font typeface="Quattrocento San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180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57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ymk4s89vutua.cloudfront.net/ccb7a9747aa53d56ebcad65559806a2a06e9a4dd.webp"/>
          <p:cNvPicPr>
            <a:picLocks noChangeAspect="1"/>
          </p:cNvPicPr>
          <p:nvPr/>
        </p:nvPicPr>
        <p:blipFill>
          <a:blip r:embed="rId3">
            <a:alphaModFix amt="40000"/>
          </a:blip>
          <a:srcRect l="3389" r="338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B7A8F">
                  <a:alpha val="80000"/>
                </a:srgbClr>
              </a:gs>
              <a:gs pos="50000">
                <a:srgbClr val="8C92AC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4" name="Shape 1"/>
          <p:cNvSpPr/>
          <p:nvPr/>
        </p:nvSpPr>
        <p:spPr>
          <a:xfrm>
            <a:off x="385763" y="1147763"/>
            <a:ext cx="2657475" cy="504825"/>
          </a:xfrm>
          <a:custGeom>
            <a:avLst/>
            <a:gdLst/>
            <a:ahLst/>
            <a:cxnLst/>
            <a:rect l="l" t="t" r="r" b="b"/>
            <a:pathLst>
              <a:path w="2657475" h="504825">
                <a:moveTo>
                  <a:pt x="76198" y="0"/>
                </a:moveTo>
                <a:lnTo>
                  <a:pt x="2581277" y="0"/>
                </a:lnTo>
                <a:cubicBezTo>
                  <a:pt x="2623360" y="0"/>
                  <a:pt x="2657475" y="34115"/>
                  <a:pt x="2657475" y="76198"/>
                </a:cubicBezTo>
                <a:lnTo>
                  <a:pt x="2657475" y="428627"/>
                </a:lnTo>
                <a:cubicBezTo>
                  <a:pt x="2657475" y="470710"/>
                  <a:pt x="2623360" y="504825"/>
                  <a:pt x="2581277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9125" y="1266825"/>
            <a:ext cx="2276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13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 PEMILU DIGITAL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62150"/>
            <a:ext cx="6286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Workflow Sistem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Manajemen Saksi TPS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81450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 Pengawalan Suara Pemilu Berbasis Digital dengan Integritas Data Terjamin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181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33400" y="5334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66800" y="5238750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Keamanan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66800" y="546735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Terintegrasi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066330" y="5181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247305" y="53340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2752130" y="5238750"/>
            <a:ext cx="78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Teknologi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752130" y="5467350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Mobile-First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758803" y="5181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3911203" y="5334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444603" y="5238750"/>
            <a:ext cx="64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Validasi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44603" y="5467350"/>
            <a:ext cx="63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6BF697D-E0BA-4989-8D5E-AE891AD71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634" y="88899"/>
            <a:ext cx="1882493" cy="183938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STRUKTUR PRESENTASI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Daftar Isi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85900"/>
            <a:ext cx="5581650" cy="2152650"/>
          </a:xfrm>
          <a:custGeom>
            <a:avLst/>
            <a:gdLst/>
            <a:ahLst/>
            <a:cxnLst/>
            <a:rect l="l" t="t" r="r" b="b"/>
            <a:pathLst>
              <a:path w="5581650" h="2152650">
                <a:moveTo>
                  <a:pt x="38100" y="0"/>
                </a:moveTo>
                <a:lnTo>
                  <a:pt x="5467344" y="0"/>
                </a:lnTo>
                <a:cubicBezTo>
                  <a:pt x="5530474" y="0"/>
                  <a:pt x="5581650" y="51176"/>
                  <a:pt x="5581650" y="114306"/>
                </a:cubicBezTo>
                <a:lnTo>
                  <a:pt x="5581650" y="2038344"/>
                </a:lnTo>
                <a:cubicBezTo>
                  <a:pt x="5581650" y="2101474"/>
                  <a:pt x="5530474" y="2152650"/>
                  <a:pt x="5467344" y="2152650"/>
                </a:cubicBez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AC">
              <a:alpha val="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85900"/>
            <a:ext cx="38100" cy="2152650"/>
          </a:xfrm>
          <a:custGeom>
            <a:avLst/>
            <a:gdLst/>
            <a:ahLst/>
            <a:cxnLst/>
            <a:rect l="l" t="t" r="r" b="b"/>
            <a:pathLst>
              <a:path w="38100" h="2152650">
                <a:moveTo>
                  <a:pt x="38100" y="0"/>
                </a:moveTo>
                <a:lnTo>
                  <a:pt x="38100" y="0"/>
                </a:lnTo>
                <a:lnTo>
                  <a:pt x="38100" y="2152650"/>
                </a:ln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207406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7" name="Text 5"/>
          <p:cNvSpPr/>
          <p:nvPr/>
        </p:nvSpPr>
        <p:spPr>
          <a:xfrm>
            <a:off x="652463" y="2074069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4000" y="2074069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Gambaran Sistem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2493169"/>
            <a:ext cx="4238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 komprehensif sistem manajemen saksi TPS dan komponen utamanya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29350" y="1485900"/>
            <a:ext cx="5581650" cy="2152650"/>
          </a:xfrm>
          <a:custGeom>
            <a:avLst/>
            <a:gdLst/>
            <a:ahLst/>
            <a:cxnLst/>
            <a:rect l="l" t="t" r="r" b="b"/>
            <a:pathLst>
              <a:path w="5581650" h="2152650">
                <a:moveTo>
                  <a:pt x="38100" y="0"/>
                </a:moveTo>
                <a:lnTo>
                  <a:pt x="5467344" y="0"/>
                </a:lnTo>
                <a:cubicBezTo>
                  <a:pt x="5530474" y="0"/>
                  <a:pt x="5581650" y="51176"/>
                  <a:pt x="5581650" y="114306"/>
                </a:cubicBezTo>
                <a:lnTo>
                  <a:pt x="5581650" y="2038344"/>
                </a:lnTo>
                <a:cubicBezTo>
                  <a:pt x="5581650" y="2101474"/>
                  <a:pt x="5530474" y="2152650"/>
                  <a:pt x="5467344" y="2152650"/>
                </a:cubicBez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0A59A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29350" y="1485900"/>
            <a:ext cx="38100" cy="2152650"/>
          </a:xfrm>
          <a:custGeom>
            <a:avLst/>
            <a:gdLst/>
            <a:ahLst/>
            <a:cxnLst/>
            <a:rect l="l" t="t" r="r" b="b"/>
            <a:pathLst>
              <a:path w="38100" h="2152650">
                <a:moveTo>
                  <a:pt x="38100" y="0"/>
                </a:moveTo>
                <a:lnTo>
                  <a:pt x="38100" y="0"/>
                </a:lnTo>
                <a:lnTo>
                  <a:pt x="38100" y="2152650"/>
                </a:ln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12" name="Shape 10"/>
          <p:cNvSpPr/>
          <p:nvPr/>
        </p:nvSpPr>
        <p:spPr>
          <a:xfrm>
            <a:off x="6553200" y="221337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81763" y="2213372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53300" y="2213372"/>
            <a:ext cx="3981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Arsitektur Database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53300" y="2632472"/>
            <a:ext cx="39528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Struktur 4 tabel utama dan relasi antar entitas sistem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867150"/>
            <a:ext cx="5581650" cy="2152650"/>
          </a:xfrm>
          <a:custGeom>
            <a:avLst/>
            <a:gdLst/>
            <a:ahLst/>
            <a:cxnLst/>
            <a:rect l="l" t="t" r="r" b="b"/>
            <a:pathLst>
              <a:path w="5581650" h="2152650">
                <a:moveTo>
                  <a:pt x="38100" y="0"/>
                </a:moveTo>
                <a:lnTo>
                  <a:pt x="5467344" y="0"/>
                </a:lnTo>
                <a:cubicBezTo>
                  <a:pt x="5530474" y="0"/>
                  <a:pt x="5581650" y="51176"/>
                  <a:pt x="5581650" y="114306"/>
                </a:cubicBezTo>
                <a:lnTo>
                  <a:pt x="5581650" y="2038344"/>
                </a:lnTo>
                <a:cubicBezTo>
                  <a:pt x="5581650" y="2101474"/>
                  <a:pt x="5530474" y="2152650"/>
                  <a:pt x="5467344" y="2152650"/>
                </a:cubicBez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8F">
              <a:alpha val="5098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3867150"/>
            <a:ext cx="38100" cy="2152650"/>
          </a:xfrm>
          <a:custGeom>
            <a:avLst/>
            <a:gdLst/>
            <a:ahLst/>
            <a:cxnLst/>
            <a:rect l="l" t="t" r="r" b="b"/>
            <a:pathLst>
              <a:path w="38100" h="2152650">
                <a:moveTo>
                  <a:pt x="38100" y="0"/>
                </a:moveTo>
                <a:lnTo>
                  <a:pt x="38100" y="0"/>
                </a:lnTo>
                <a:lnTo>
                  <a:pt x="38100" y="2152650"/>
                </a:ln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8" name="Shape 16"/>
          <p:cNvSpPr/>
          <p:nvPr/>
        </p:nvSpPr>
        <p:spPr>
          <a:xfrm>
            <a:off x="723900" y="459462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9" name="Text 17"/>
          <p:cNvSpPr/>
          <p:nvPr/>
        </p:nvSpPr>
        <p:spPr>
          <a:xfrm>
            <a:off x="652463" y="4594622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24000" y="4594622"/>
            <a:ext cx="420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Workflow 4 Tahap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24000" y="5013722"/>
            <a:ext cx="41719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Alur kerja dari perekrutan hingga pelaporan kecurangan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9350" y="3867150"/>
            <a:ext cx="5581650" cy="2152650"/>
          </a:xfrm>
          <a:custGeom>
            <a:avLst/>
            <a:gdLst/>
            <a:ahLst/>
            <a:cxnLst/>
            <a:rect l="l" t="t" r="r" b="b"/>
            <a:pathLst>
              <a:path w="5581650" h="2152650">
                <a:moveTo>
                  <a:pt x="38100" y="0"/>
                </a:moveTo>
                <a:lnTo>
                  <a:pt x="5467344" y="0"/>
                </a:lnTo>
                <a:cubicBezTo>
                  <a:pt x="5530474" y="0"/>
                  <a:pt x="5581650" y="51176"/>
                  <a:pt x="5581650" y="114306"/>
                </a:cubicBezTo>
                <a:lnTo>
                  <a:pt x="5581650" y="2038344"/>
                </a:lnTo>
                <a:cubicBezTo>
                  <a:pt x="5581650" y="2101474"/>
                  <a:pt x="5530474" y="2152650"/>
                  <a:pt x="5467344" y="2152650"/>
                </a:cubicBez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AC">
              <a:alpha val="5098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29350" y="3867150"/>
            <a:ext cx="38100" cy="2152650"/>
          </a:xfrm>
          <a:custGeom>
            <a:avLst/>
            <a:gdLst/>
            <a:ahLst/>
            <a:cxnLst/>
            <a:rect l="l" t="t" r="r" b="b"/>
            <a:pathLst>
              <a:path w="38100" h="2152650">
                <a:moveTo>
                  <a:pt x="38100" y="0"/>
                </a:moveTo>
                <a:lnTo>
                  <a:pt x="38100" y="0"/>
                </a:lnTo>
                <a:lnTo>
                  <a:pt x="38100" y="2152650"/>
                </a:ln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24" name="Shape 22"/>
          <p:cNvSpPr/>
          <p:nvPr/>
        </p:nvSpPr>
        <p:spPr>
          <a:xfrm>
            <a:off x="6553200" y="445531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25" name="Text 23"/>
          <p:cNvSpPr/>
          <p:nvPr/>
        </p:nvSpPr>
        <p:spPr>
          <a:xfrm>
            <a:off x="6481763" y="4455319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53300" y="4455319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Fitur Keamanan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53300" y="4874419"/>
            <a:ext cx="4238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Geofencing, Anti-Fake Camera, dan Watermark Otomatis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739330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29" name="Text 27"/>
          <p:cNvSpPr/>
          <p:nvPr/>
        </p:nvSpPr>
        <p:spPr>
          <a:xfrm>
            <a:off x="3063180" y="6248400"/>
            <a:ext cx="648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Dokumen ini disusun sebagai panduan pengembangan sistem informasi pengawalan suara pemilu</a:t>
            </a:r>
            <a:endParaRPr lang="en-US" sz="16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4FF02E9-2C21-40C2-B47B-5AD27079A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2367" y="112820"/>
            <a:ext cx="1188633" cy="11614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 SISTEM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Gambaran Sistem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71600"/>
            <a:ext cx="6743700" cy="2133600"/>
          </a:xfrm>
          <a:custGeom>
            <a:avLst/>
            <a:gdLst/>
            <a:ahLst/>
            <a:cxnLst/>
            <a:rect l="l" t="t" r="r" b="b"/>
            <a:pathLst>
              <a:path w="6743700" h="2133600">
                <a:moveTo>
                  <a:pt x="38100" y="0"/>
                </a:moveTo>
                <a:lnTo>
                  <a:pt x="6629403" y="0"/>
                </a:lnTo>
                <a:cubicBezTo>
                  <a:pt x="6692528" y="0"/>
                  <a:pt x="6743700" y="51172"/>
                  <a:pt x="6743700" y="114297"/>
                </a:cubicBezTo>
                <a:lnTo>
                  <a:pt x="6743700" y="2019303"/>
                </a:lnTo>
                <a:cubicBezTo>
                  <a:pt x="6743700" y="2082428"/>
                  <a:pt x="6692528" y="2133600"/>
                  <a:pt x="6629403" y="2133600"/>
                </a:cubicBezTo>
                <a:lnTo>
                  <a:pt x="38100" y="2133600"/>
                </a:lnTo>
                <a:cubicBezTo>
                  <a:pt x="17072" y="2133600"/>
                  <a:pt x="0" y="2116528"/>
                  <a:pt x="0" y="2095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AC">
              <a:alpha val="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71600"/>
            <a:ext cx="38100" cy="2133600"/>
          </a:xfrm>
          <a:custGeom>
            <a:avLst/>
            <a:gdLst/>
            <a:ahLst/>
            <a:cxnLst/>
            <a:rect l="l" t="t" r="r" b="b"/>
            <a:pathLst>
              <a:path w="38100" h="2133600">
                <a:moveTo>
                  <a:pt x="38100" y="0"/>
                </a:moveTo>
                <a:lnTo>
                  <a:pt x="38100" y="0"/>
                </a:lnTo>
                <a:lnTo>
                  <a:pt x="38100" y="2133600"/>
                </a:lnTo>
                <a:lnTo>
                  <a:pt x="38100" y="2133600"/>
                </a:lnTo>
                <a:cubicBezTo>
                  <a:pt x="17072" y="2133600"/>
                  <a:pt x="0" y="2116528"/>
                  <a:pt x="0" y="2095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6" name="Shape 4"/>
          <p:cNvSpPr/>
          <p:nvPr/>
        </p:nvSpPr>
        <p:spPr>
          <a:xfrm>
            <a:off x="6477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7" name="Shape 5"/>
          <p:cNvSpPr/>
          <p:nvPr/>
        </p:nvSpPr>
        <p:spPr>
          <a:xfrm>
            <a:off x="800100" y="1752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1714500"/>
            <a:ext cx="1400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Tujuan Utama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" y="2286000"/>
            <a:ext cx="63436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 Manajemen Saksi TPS</a:t>
            </a:r>
            <a:r>
              <a:rPr lang="en-US" sz="1200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dirancang untuk mengawal proses pemungutan dan penghitungan suara di Tempat Pemungutan Suara (TPS) melalui teknologi digital. Sistem ini memastikan </a:t>
            </a:r>
            <a:r>
              <a:rPr lang="en-US" sz="1200" dirty="0">
                <a:solidFill>
                  <a:srgbClr val="2C2C2C"/>
                </a:solidFill>
                <a:highlight>
                  <a:srgbClr val="8C92A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integritas data </a:t>
            </a:r>
            <a:r>
              <a:rPr lang="en-US" sz="1200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200" dirty="0">
                <a:solidFill>
                  <a:srgbClr val="2C2C2C"/>
                </a:solidFill>
                <a:highlight>
                  <a:srgbClr val="8C92A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transparansi proses </a:t>
            </a:r>
            <a:r>
              <a:rPr lang="en-US" sz="1200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dan </a:t>
            </a:r>
            <a:r>
              <a:rPr lang="en-US" sz="1200" dirty="0">
                <a:solidFill>
                  <a:srgbClr val="2C2C2C"/>
                </a:solidFill>
                <a:highlight>
                  <a:srgbClr val="8C92A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validasi real-time </a:t>
            </a:r>
            <a:r>
              <a:rPr lang="en-US" sz="1200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untuk menghasilkan pemilu yang adil dan dapat dipertanggungjawabkan.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695700"/>
            <a:ext cx="2152650" cy="1504950"/>
          </a:xfrm>
          <a:custGeom>
            <a:avLst/>
            <a:gdLst/>
            <a:ahLst/>
            <a:cxnLst/>
            <a:rect l="l" t="t" r="r" b="b"/>
            <a:pathLst>
              <a:path w="2152650" h="1504950">
                <a:moveTo>
                  <a:pt x="114301" y="0"/>
                </a:moveTo>
                <a:lnTo>
                  <a:pt x="2038349" y="0"/>
                </a:lnTo>
                <a:cubicBezTo>
                  <a:pt x="2101476" y="0"/>
                  <a:pt x="2152650" y="51174"/>
                  <a:pt x="2152650" y="114301"/>
                </a:cubicBezTo>
                <a:lnTo>
                  <a:pt x="2152650" y="1390649"/>
                </a:lnTo>
                <a:cubicBezTo>
                  <a:pt x="2152650" y="1453776"/>
                  <a:pt x="2101476" y="1504950"/>
                  <a:pt x="2038349" y="1504950"/>
                </a:cubicBezTo>
                <a:lnTo>
                  <a:pt x="114301" y="1504950"/>
                </a:lnTo>
                <a:cubicBezTo>
                  <a:pt x="51174" y="1504950"/>
                  <a:pt x="0" y="1453776"/>
                  <a:pt x="0" y="13906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11" name="Shape 9"/>
          <p:cNvSpPr/>
          <p:nvPr/>
        </p:nvSpPr>
        <p:spPr>
          <a:xfrm>
            <a:off x="1335286" y="388620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28638" y="4286250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Arsitektur Database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8163" y="4629150"/>
            <a:ext cx="1838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Tabel utama dengan relasi terstruktur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87241" y="3695700"/>
            <a:ext cx="2152650" cy="1504950"/>
          </a:xfrm>
          <a:custGeom>
            <a:avLst/>
            <a:gdLst/>
            <a:ahLst/>
            <a:cxnLst/>
            <a:rect l="l" t="t" r="r" b="b"/>
            <a:pathLst>
              <a:path w="2152650" h="1504950">
                <a:moveTo>
                  <a:pt x="114301" y="0"/>
                </a:moveTo>
                <a:lnTo>
                  <a:pt x="2038349" y="0"/>
                </a:lnTo>
                <a:cubicBezTo>
                  <a:pt x="2101476" y="0"/>
                  <a:pt x="2152650" y="51174"/>
                  <a:pt x="2152650" y="114301"/>
                </a:cubicBezTo>
                <a:lnTo>
                  <a:pt x="2152650" y="1390649"/>
                </a:lnTo>
                <a:cubicBezTo>
                  <a:pt x="2152650" y="1453776"/>
                  <a:pt x="2101476" y="1504950"/>
                  <a:pt x="2038349" y="1504950"/>
                </a:cubicBezTo>
                <a:lnTo>
                  <a:pt x="114301" y="1504950"/>
                </a:lnTo>
                <a:cubicBezTo>
                  <a:pt x="51174" y="1504950"/>
                  <a:pt x="0" y="1453776"/>
                  <a:pt x="0" y="13906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15" name="Shape 13"/>
          <p:cNvSpPr/>
          <p:nvPr/>
        </p:nvSpPr>
        <p:spPr>
          <a:xfrm>
            <a:off x="3623667" y="38862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53578"/>
                </a:lnTo>
                <a:lnTo>
                  <a:pt x="178594" y="53578"/>
                </a:lnTo>
                <a:lnTo>
                  <a:pt x="178594" y="44648"/>
                </a:lnTo>
                <a:cubicBezTo>
                  <a:pt x="178594" y="29859"/>
                  <a:pt x="190593" y="17859"/>
                  <a:pt x="205383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98227"/>
                </a:lnTo>
                <a:cubicBezTo>
                  <a:pt x="285750" y="113016"/>
                  <a:pt x="273751" y="125016"/>
                  <a:pt x="258961" y="125016"/>
                </a:cubicBezTo>
                <a:lnTo>
                  <a:pt x="205383" y="125016"/>
                </a:lnTo>
                <a:cubicBezTo>
                  <a:pt x="190593" y="125016"/>
                  <a:pt x="178594" y="113016"/>
                  <a:pt x="178594" y="98227"/>
                </a:cubicBezTo>
                <a:lnTo>
                  <a:pt x="178594" y="89297"/>
                </a:lnTo>
                <a:lnTo>
                  <a:pt x="107156" y="89297"/>
                </a:lnTo>
                <a:lnTo>
                  <a:pt x="107156" y="98227"/>
                </a:lnTo>
                <a:cubicBezTo>
                  <a:pt x="107156" y="102301"/>
                  <a:pt x="106207" y="106207"/>
                  <a:pt x="104589" y="109668"/>
                </a:cubicBezTo>
                <a:lnTo>
                  <a:pt x="142875" y="160734"/>
                </a:lnTo>
                <a:lnTo>
                  <a:pt x="187523" y="160734"/>
                </a:lnTo>
                <a:cubicBezTo>
                  <a:pt x="202313" y="160734"/>
                  <a:pt x="214313" y="172734"/>
                  <a:pt x="214313" y="187523"/>
                </a:cubicBezTo>
                <a:lnTo>
                  <a:pt x="214313" y="241102"/>
                </a:lnTo>
                <a:cubicBezTo>
                  <a:pt x="214313" y="255891"/>
                  <a:pt x="202313" y="267891"/>
                  <a:pt x="187523" y="267891"/>
                </a:cubicBezTo>
                <a:lnTo>
                  <a:pt x="133945" y="267891"/>
                </a:lnTo>
                <a:cubicBezTo>
                  <a:pt x="119156" y="267891"/>
                  <a:pt x="107156" y="255891"/>
                  <a:pt x="107156" y="241102"/>
                </a:cubicBezTo>
                <a:lnTo>
                  <a:pt x="107156" y="187523"/>
                </a:lnTo>
                <a:cubicBezTo>
                  <a:pt x="107156" y="183449"/>
                  <a:pt x="108105" y="179543"/>
                  <a:pt x="109724" y="176082"/>
                </a:cubicBezTo>
                <a:lnTo>
                  <a:pt x="71438" y="125016"/>
                </a:ln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878" y="4286250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Workflow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44403" y="4629150"/>
            <a:ext cx="1838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Tahap dari perekrutan ke pelaporan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93481" y="3695700"/>
            <a:ext cx="2152650" cy="1504950"/>
          </a:xfrm>
          <a:custGeom>
            <a:avLst/>
            <a:gdLst/>
            <a:ahLst/>
            <a:cxnLst/>
            <a:rect l="l" t="t" r="r" b="b"/>
            <a:pathLst>
              <a:path w="2152650" h="1504950">
                <a:moveTo>
                  <a:pt x="114301" y="0"/>
                </a:moveTo>
                <a:lnTo>
                  <a:pt x="2038349" y="0"/>
                </a:lnTo>
                <a:cubicBezTo>
                  <a:pt x="2101476" y="0"/>
                  <a:pt x="2152650" y="51174"/>
                  <a:pt x="2152650" y="114301"/>
                </a:cubicBezTo>
                <a:lnTo>
                  <a:pt x="2152650" y="1390649"/>
                </a:lnTo>
                <a:cubicBezTo>
                  <a:pt x="2152650" y="1453776"/>
                  <a:pt x="2101476" y="1504950"/>
                  <a:pt x="2038349" y="1504950"/>
                </a:cubicBezTo>
                <a:lnTo>
                  <a:pt x="114301" y="1504950"/>
                </a:lnTo>
                <a:cubicBezTo>
                  <a:pt x="51174" y="1504950"/>
                  <a:pt x="0" y="1453776"/>
                  <a:pt x="0" y="13906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9" name="Shape 17"/>
          <p:cNvSpPr/>
          <p:nvPr/>
        </p:nvSpPr>
        <p:spPr>
          <a:xfrm>
            <a:off x="5929908" y="38862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141119" y="4286250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Keamanan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50644" y="4629150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Lapisan validasi data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76071" y="1371600"/>
            <a:ext cx="4438650" cy="5105400"/>
          </a:xfrm>
          <a:custGeom>
            <a:avLst/>
            <a:gdLst/>
            <a:ahLst/>
            <a:cxnLst/>
            <a:rect l="l" t="t" r="r" b="b"/>
            <a:pathLst>
              <a:path w="4438650" h="5105400">
                <a:moveTo>
                  <a:pt x="114295" y="0"/>
                </a:moveTo>
                <a:lnTo>
                  <a:pt x="4324355" y="0"/>
                </a:lnTo>
                <a:cubicBezTo>
                  <a:pt x="4387478" y="0"/>
                  <a:pt x="4438650" y="51172"/>
                  <a:pt x="4438650" y="114295"/>
                </a:cubicBezTo>
                <a:lnTo>
                  <a:pt x="4438650" y="4991105"/>
                </a:lnTo>
                <a:cubicBezTo>
                  <a:pt x="4438650" y="5054228"/>
                  <a:pt x="4387478" y="5105400"/>
                  <a:pt x="4324355" y="5105400"/>
                </a:cubicBezTo>
                <a:lnTo>
                  <a:pt x="114295" y="5105400"/>
                </a:lnTo>
                <a:cubicBezTo>
                  <a:pt x="51172" y="5105400"/>
                  <a:pt x="0" y="5054228"/>
                  <a:pt x="0" y="4991105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6B7A8F">
              <a:alpha val="5098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604671" y="1600200"/>
            <a:ext cx="409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Komponen Utama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04671" y="22240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25" name="Text 23"/>
          <p:cNvSpPr/>
          <p:nvPr/>
        </p:nvSpPr>
        <p:spPr>
          <a:xfrm>
            <a:off x="7770912" y="2300288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38071" y="2224088"/>
            <a:ext cx="3524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Terstruktur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38071" y="2490788"/>
            <a:ext cx="352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 wilayah, data saksi, laporan hasil, dan monitoring kecurangan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04671" y="33575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9" name="Text 27"/>
          <p:cNvSpPr/>
          <p:nvPr/>
        </p:nvSpPr>
        <p:spPr>
          <a:xfrm>
            <a:off x="7756327" y="3433763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38071" y="3357563"/>
            <a:ext cx="3524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Aplikasi Mobile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38071" y="3624263"/>
            <a:ext cx="352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saksi untuk input data, upload bukti, dan pelaporan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04671" y="44910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3" name="Text 31"/>
          <p:cNvSpPr/>
          <p:nvPr/>
        </p:nvSpPr>
        <p:spPr>
          <a:xfrm>
            <a:off x="7754392" y="4567238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38071" y="4431769"/>
            <a:ext cx="3524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Pusat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138071" y="4537604"/>
            <a:ext cx="352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real-time untuk admin dan tim verifikator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04671" y="56245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37" name="Text 35"/>
          <p:cNvSpPr/>
          <p:nvPr/>
        </p:nvSpPr>
        <p:spPr>
          <a:xfrm>
            <a:off x="7756327" y="5700713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138071" y="5582178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 Validasi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138071" y="5831944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GPS, anti-manipulasi, dan watermark otomatis</a:t>
            </a:r>
            <a:endParaRPr lang="en-US" sz="16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A48CED9-3DEF-4090-96FD-6B25C8198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2367" y="112820"/>
            <a:ext cx="1188633" cy="11614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265" y="321265"/>
            <a:ext cx="11613723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b="1" kern="0" spc="51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ARSITEKTUR DATA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1265" y="578277"/>
            <a:ext cx="11742229" cy="385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36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Struktur Tabel Utama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1265" y="1028047"/>
            <a:ext cx="11621755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8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Empat tabel utama dengan relasi terintegrasi untuk mendukung workflow sistem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265" y="1381439"/>
            <a:ext cx="5710482" cy="2521929"/>
          </a:xfrm>
          <a:custGeom>
            <a:avLst/>
            <a:gdLst/>
            <a:ahLst/>
            <a:cxnLst/>
            <a:rect l="l" t="t" r="r" b="b"/>
            <a:pathLst>
              <a:path w="5710482" h="2521929">
                <a:moveTo>
                  <a:pt x="96388" y="0"/>
                </a:moveTo>
                <a:lnTo>
                  <a:pt x="5614094" y="0"/>
                </a:lnTo>
                <a:cubicBezTo>
                  <a:pt x="5667328" y="0"/>
                  <a:pt x="5710482" y="43154"/>
                  <a:pt x="5710482" y="96388"/>
                </a:cubicBezTo>
                <a:lnTo>
                  <a:pt x="5710482" y="2425541"/>
                </a:lnTo>
                <a:cubicBezTo>
                  <a:pt x="5710482" y="2478774"/>
                  <a:pt x="5667328" y="2521929"/>
                  <a:pt x="5614094" y="2521929"/>
                </a:cubicBezTo>
                <a:lnTo>
                  <a:pt x="96388" y="2521929"/>
                </a:lnTo>
                <a:cubicBezTo>
                  <a:pt x="43154" y="2521929"/>
                  <a:pt x="0" y="2478774"/>
                  <a:pt x="0" y="2425541"/>
                </a:cubicBezTo>
                <a:lnTo>
                  <a:pt x="0" y="96388"/>
                </a:lnTo>
                <a:cubicBezTo>
                  <a:pt x="0" y="43154"/>
                  <a:pt x="43154" y="0"/>
                  <a:pt x="96388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6" name="Shape 4"/>
          <p:cNvSpPr/>
          <p:nvPr/>
        </p:nvSpPr>
        <p:spPr>
          <a:xfrm>
            <a:off x="449771" y="1509945"/>
            <a:ext cx="385518" cy="385518"/>
          </a:xfrm>
          <a:custGeom>
            <a:avLst/>
            <a:gdLst/>
            <a:ahLst/>
            <a:cxnLst/>
            <a:rect l="l" t="t" r="r" b="b"/>
            <a:pathLst>
              <a:path w="385518" h="385518">
                <a:moveTo>
                  <a:pt x="192759" y="0"/>
                </a:moveTo>
                <a:lnTo>
                  <a:pt x="192759" y="0"/>
                </a:lnTo>
                <a:cubicBezTo>
                  <a:pt x="299217" y="0"/>
                  <a:pt x="385518" y="86301"/>
                  <a:pt x="385518" y="192759"/>
                </a:cubicBezTo>
                <a:lnTo>
                  <a:pt x="385518" y="192759"/>
                </a:lnTo>
                <a:cubicBezTo>
                  <a:pt x="385518" y="299217"/>
                  <a:pt x="299217" y="385518"/>
                  <a:pt x="192759" y="385518"/>
                </a:cubicBezTo>
                <a:lnTo>
                  <a:pt x="192759" y="385518"/>
                </a:lnTo>
                <a:cubicBezTo>
                  <a:pt x="86301" y="385518"/>
                  <a:pt x="0" y="299217"/>
                  <a:pt x="0" y="192759"/>
                </a:cubicBezTo>
                <a:lnTo>
                  <a:pt x="0" y="192759"/>
                </a:lnTo>
                <a:cubicBezTo>
                  <a:pt x="0" y="86301"/>
                  <a:pt x="86301" y="0"/>
                  <a:pt x="19275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2134" y="1622387"/>
            <a:ext cx="200791" cy="160632"/>
          </a:xfrm>
          <a:custGeom>
            <a:avLst/>
            <a:gdLst/>
            <a:ahLst/>
            <a:cxnLst/>
            <a:rect l="l" t="t" r="r" b="b"/>
            <a:pathLst>
              <a:path w="200791" h="160632">
                <a:moveTo>
                  <a:pt x="180711" y="15059"/>
                </a:moveTo>
                <a:cubicBezTo>
                  <a:pt x="180711" y="11577"/>
                  <a:pt x="178923" y="8345"/>
                  <a:pt x="175943" y="6526"/>
                </a:cubicBezTo>
                <a:cubicBezTo>
                  <a:pt x="172962" y="4706"/>
                  <a:pt x="169292" y="4518"/>
                  <a:pt x="166186" y="6086"/>
                </a:cubicBezTo>
                <a:lnTo>
                  <a:pt x="129729" y="24314"/>
                </a:lnTo>
                <a:lnTo>
                  <a:pt x="73445" y="5522"/>
                </a:lnTo>
                <a:cubicBezTo>
                  <a:pt x="70904" y="4675"/>
                  <a:pt x="68175" y="4863"/>
                  <a:pt x="65790" y="6055"/>
                </a:cubicBezTo>
                <a:lnTo>
                  <a:pt x="25632" y="26134"/>
                </a:lnTo>
                <a:cubicBezTo>
                  <a:pt x="22212" y="27860"/>
                  <a:pt x="20079" y="31342"/>
                  <a:pt x="20079" y="35138"/>
                </a:cubicBezTo>
                <a:lnTo>
                  <a:pt x="20079" y="145573"/>
                </a:lnTo>
                <a:cubicBezTo>
                  <a:pt x="20079" y="149056"/>
                  <a:pt x="21867" y="152287"/>
                  <a:pt x="24848" y="154107"/>
                </a:cubicBezTo>
                <a:cubicBezTo>
                  <a:pt x="27828" y="155926"/>
                  <a:pt x="31499" y="156115"/>
                  <a:pt x="34605" y="154546"/>
                </a:cubicBezTo>
                <a:lnTo>
                  <a:pt x="71030" y="136318"/>
                </a:lnTo>
                <a:lnTo>
                  <a:pt x="125400" y="154452"/>
                </a:lnTo>
                <a:cubicBezTo>
                  <a:pt x="124051" y="152444"/>
                  <a:pt x="122733" y="150342"/>
                  <a:pt x="121447" y="148208"/>
                </a:cubicBezTo>
                <a:cubicBezTo>
                  <a:pt x="117996" y="142467"/>
                  <a:pt x="114576" y="135879"/>
                  <a:pt x="112035" y="128820"/>
                </a:cubicBezTo>
                <a:lnTo>
                  <a:pt x="80285" y="118247"/>
                </a:lnTo>
                <a:lnTo>
                  <a:pt x="80285" y="28989"/>
                </a:lnTo>
                <a:lnTo>
                  <a:pt x="120443" y="42386"/>
                </a:lnTo>
                <a:lnTo>
                  <a:pt x="120443" y="73540"/>
                </a:lnTo>
                <a:cubicBezTo>
                  <a:pt x="130169" y="62308"/>
                  <a:pt x="144601" y="55217"/>
                  <a:pt x="160601" y="55217"/>
                </a:cubicBezTo>
                <a:cubicBezTo>
                  <a:pt x="167691" y="55217"/>
                  <a:pt x="174468" y="56598"/>
                  <a:pt x="180680" y="59139"/>
                </a:cubicBezTo>
                <a:lnTo>
                  <a:pt x="180711" y="15059"/>
                </a:lnTo>
                <a:close/>
                <a:moveTo>
                  <a:pt x="160632" y="70277"/>
                </a:moveTo>
                <a:cubicBezTo>
                  <a:pt x="139832" y="70277"/>
                  <a:pt x="122984" y="86842"/>
                  <a:pt x="122984" y="107266"/>
                </a:cubicBezTo>
                <a:cubicBezTo>
                  <a:pt x="122984" y="128882"/>
                  <a:pt x="143095" y="154452"/>
                  <a:pt x="153918" y="166656"/>
                </a:cubicBezTo>
                <a:cubicBezTo>
                  <a:pt x="157558" y="170735"/>
                  <a:pt x="163738" y="170735"/>
                  <a:pt x="167378" y="166656"/>
                </a:cubicBezTo>
                <a:cubicBezTo>
                  <a:pt x="178202" y="154452"/>
                  <a:pt x="198312" y="128882"/>
                  <a:pt x="198312" y="107266"/>
                </a:cubicBezTo>
                <a:cubicBezTo>
                  <a:pt x="198312" y="86842"/>
                  <a:pt x="181464" y="70277"/>
                  <a:pt x="160664" y="70277"/>
                </a:cubicBezTo>
                <a:close/>
                <a:moveTo>
                  <a:pt x="148083" y="107925"/>
                </a:moveTo>
                <a:cubicBezTo>
                  <a:pt x="148083" y="100999"/>
                  <a:pt x="153706" y="95375"/>
                  <a:pt x="160632" y="95375"/>
                </a:cubicBezTo>
                <a:cubicBezTo>
                  <a:pt x="167559" y="95375"/>
                  <a:pt x="173182" y="100999"/>
                  <a:pt x="173182" y="107925"/>
                </a:cubicBezTo>
                <a:cubicBezTo>
                  <a:pt x="173182" y="114851"/>
                  <a:pt x="167559" y="120474"/>
                  <a:pt x="160632" y="120474"/>
                </a:cubicBezTo>
                <a:cubicBezTo>
                  <a:pt x="153706" y="120474"/>
                  <a:pt x="148083" y="114851"/>
                  <a:pt x="148083" y="1079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31668" y="1590261"/>
            <a:ext cx="1638451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A. Master Wilayah &amp; TPS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9771" y="2144443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49771" y="2144443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tps_id (PK)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Identifikasi unik TPS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9771" y="2449644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49771" y="2449644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provinsi, kab_kota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Hierarki wilayah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9771" y="2754846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49771" y="2754846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kecamatan, kelurahan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Detail lokasi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9771" y="3060047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49771" y="3060047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nomor_tps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Nomor TPS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9771" y="3365249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49771" y="3365249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jumlah_dpt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Daftar Pemilih Tetap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61131" y="1381439"/>
            <a:ext cx="5710482" cy="2521929"/>
          </a:xfrm>
          <a:custGeom>
            <a:avLst/>
            <a:gdLst/>
            <a:ahLst/>
            <a:cxnLst/>
            <a:rect l="l" t="t" r="r" b="b"/>
            <a:pathLst>
              <a:path w="5710482" h="2521929">
                <a:moveTo>
                  <a:pt x="96388" y="0"/>
                </a:moveTo>
                <a:lnTo>
                  <a:pt x="5614094" y="0"/>
                </a:lnTo>
                <a:cubicBezTo>
                  <a:pt x="5667328" y="0"/>
                  <a:pt x="5710482" y="43154"/>
                  <a:pt x="5710482" y="96388"/>
                </a:cubicBezTo>
                <a:lnTo>
                  <a:pt x="5710482" y="2425541"/>
                </a:lnTo>
                <a:cubicBezTo>
                  <a:pt x="5710482" y="2478774"/>
                  <a:pt x="5667328" y="2521929"/>
                  <a:pt x="5614094" y="2521929"/>
                </a:cubicBezTo>
                <a:lnTo>
                  <a:pt x="96388" y="2521929"/>
                </a:lnTo>
                <a:cubicBezTo>
                  <a:pt x="43154" y="2521929"/>
                  <a:pt x="0" y="2478774"/>
                  <a:pt x="0" y="2425541"/>
                </a:cubicBezTo>
                <a:lnTo>
                  <a:pt x="0" y="96388"/>
                </a:lnTo>
                <a:cubicBezTo>
                  <a:pt x="0" y="43154"/>
                  <a:pt x="43154" y="0"/>
                  <a:pt x="96388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89637" y="1509945"/>
            <a:ext cx="385518" cy="385518"/>
          </a:xfrm>
          <a:custGeom>
            <a:avLst/>
            <a:gdLst/>
            <a:ahLst/>
            <a:cxnLst/>
            <a:rect l="l" t="t" r="r" b="b"/>
            <a:pathLst>
              <a:path w="385518" h="385518">
                <a:moveTo>
                  <a:pt x="192759" y="0"/>
                </a:moveTo>
                <a:lnTo>
                  <a:pt x="192759" y="0"/>
                </a:lnTo>
                <a:cubicBezTo>
                  <a:pt x="299217" y="0"/>
                  <a:pt x="385518" y="86301"/>
                  <a:pt x="385518" y="192759"/>
                </a:cubicBezTo>
                <a:lnTo>
                  <a:pt x="385518" y="192759"/>
                </a:lnTo>
                <a:cubicBezTo>
                  <a:pt x="385518" y="299217"/>
                  <a:pt x="299217" y="385518"/>
                  <a:pt x="192759" y="385518"/>
                </a:cubicBezTo>
                <a:lnTo>
                  <a:pt x="192759" y="385518"/>
                </a:lnTo>
                <a:cubicBezTo>
                  <a:pt x="86301" y="385518"/>
                  <a:pt x="0" y="299217"/>
                  <a:pt x="0" y="192759"/>
                </a:cubicBezTo>
                <a:lnTo>
                  <a:pt x="0" y="192759"/>
                </a:lnTo>
                <a:cubicBezTo>
                  <a:pt x="0" y="86301"/>
                  <a:pt x="86301" y="0"/>
                  <a:pt x="19275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382001" y="1622387"/>
            <a:ext cx="200791" cy="160632"/>
          </a:xfrm>
          <a:custGeom>
            <a:avLst/>
            <a:gdLst/>
            <a:ahLst/>
            <a:cxnLst/>
            <a:rect l="l" t="t" r="r" b="b"/>
            <a:pathLst>
              <a:path w="200791" h="160632">
                <a:moveTo>
                  <a:pt x="42668" y="40158"/>
                </a:moveTo>
                <a:cubicBezTo>
                  <a:pt x="42668" y="19379"/>
                  <a:pt x="59538" y="2510"/>
                  <a:pt x="80316" y="2510"/>
                </a:cubicBezTo>
                <a:cubicBezTo>
                  <a:pt x="101095" y="2510"/>
                  <a:pt x="117964" y="19379"/>
                  <a:pt x="117964" y="40158"/>
                </a:cubicBezTo>
                <a:cubicBezTo>
                  <a:pt x="117964" y="60937"/>
                  <a:pt x="101095" y="77806"/>
                  <a:pt x="80316" y="77806"/>
                </a:cubicBezTo>
                <a:cubicBezTo>
                  <a:pt x="59538" y="77806"/>
                  <a:pt x="42668" y="60937"/>
                  <a:pt x="42668" y="40158"/>
                </a:cubicBezTo>
                <a:close/>
                <a:moveTo>
                  <a:pt x="15059" y="151314"/>
                </a:moveTo>
                <a:cubicBezTo>
                  <a:pt x="15059" y="120412"/>
                  <a:pt x="40095" y="95375"/>
                  <a:pt x="70998" y="95375"/>
                </a:cubicBezTo>
                <a:lnTo>
                  <a:pt x="89634" y="95375"/>
                </a:lnTo>
                <a:cubicBezTo>
                  <a:pt x="120537" y="95375"/>
                  <a:pt x="145573" y="120412"/>
                  <a:pt x="145573" y="151314"/>
                </a:cubicBezTo>
                <a:cubicBezTo>
                  <a:pt x="145573" y="156460"/>
                  <a:pt x="141400" y="160632"/>
                  <a:pt x="136255" y="160632"/>
                </a:cubicBezTo>
                <a:lnTo>
                  <a:pt x="24377" y="160632"/>
                </a:lnTo>
                <a:cubicBezTo>
                  <a:pt x="19232" y="160632"/>
                  <a:pt x="15059" y="156460"/>
                  <a:pt x="15059" y="151314"/>
                </a:cubicBezTo>
                <a:close/>
                <a:moveTo>
                  <a:pt x="192131" y="41633"/>
                </a:moveTo>
                <a:lnTo>
                  <a:pt x="167033" y="81791"/>
                </a:lnTo>
                <a:cubicBezTo>
                  <a:pt x="165715" y="83893"/>
                  <a:pt x="163456" y="85210"/>
                  <a:pt x="160978" y="85336"/>
                </a:cubicBezTo>
                <a:cubicBezTo>
                  <a:pt x="158499" y="85461"/>
                  <a:pt x="156115" y="84332"/>
                  <a:pt x="154640" y="82324"/>
                </a:cubicBezTo>
                <a:lnTo>
                  <a:pt x="139581" y="62245"/>
                </a:lnTo>
                <a:cubicBezTo>
                  <a:pt x="137071" y="58919"/>
                  <a:pt x="137761" y="54213"/>
                  <a:pt x="141087" y="51704"/>
                </a:cubicBezTo>
                <a:cubicBezTo>
                  <a:pt x="144412" y="49194"/>
                  <a:pt x="149118" y="49884"/>
                  <a:pt x="151628" y="53209"/>
                </a:cubicBezTo>
                <a:lnTo>
                  <a:pt x="160099" y="64504"/>
                </a:lnTo>
                <a:lnTo>
                  <a:pt x="179362" y="33664"/>
                </a:lnTo>
                <a:cubicBezTo>
                  <a:pt x="181559" y="30150"/>
                  <a:pt x="186202" y="29052"/>
                  <a:pt x="189747" y="31279"/>
                </a:cubicBezTo>
                <a:cubicBezTo>
                  <a:pt x="193292" y="33507"/>
                  <a:pt x="194359" y="38119"/>
                  <a:pt x="192131" y="4166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771535" y="1590261"/>
            <a:ext cx="1397502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B. Saksi (Perekrutan)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89637" y="1991842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289637" y="1991842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saksi_id (PK)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Identifikasi saksi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89637" y="2297043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289637" y="2297043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nama_lengkap, nik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Data identitas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89637" y="2602245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289637" y="2602245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nomor_hp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WhatsApp aktif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89637" y="2907447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289637" y="2907447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status_verifikasi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Pending/Verified/Rejected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89637" y="3212648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289637" y="3212648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tps_alokasi (FK)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TPS yang ditugaskan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89637" y="3517850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289637" y="3517850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foto_ktp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URL Cloud Storage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1265" y="4031874"/>
            <a:ext cx="5710482" cy="2827130"/>
          </a:xfrm>
          <a:custGeom>
            <a:avLst/>
            <a:gdLst/>
            <a:ahLst/>
            <a:cxnLst/>
            <a:rect l="l" t="t" r="r" b="b"/>
            <a:pathLst>
              <a:path w="5710482" h="2827130">
                <a:moveTo>
                  <a:pt x="96377" y="0"/>
                </a:moveTo>
                <a:lnTo>
                  <a:pt x="5614105" y="0"/>
                </a:lnTo>
                <a:cubicBezTo>
                  <a:pt x="5667333" y="0"/>
                  <a:pt x="5710482" y="43149"/>
                  <a:pt x="5710482" y="96377"/>
                </a:cubicBezTo>
                <a:lnTo>
                  <a:pt x="5710482" y="2730754"/>
                </a:lnTo>
                <a:cubicBezTo>
                  <a:pt x="5710482" y="2783981"/>
                  <a:pt x="5667333" y="2827130"/>
                  <a:pt x="5614105" y="2827130"/>
                </a:cubicBezTo>
                <a:lnTo>
                  <a:pt x="96377" y="2827130"/>
                </a:lnTo>
                <a:cubicBezTo>
                  <a:pt x="43149" y="2827130"/>
                  <a:pt x="0" y="2783981"/>
                  <a:pt x="0" y="2730754"/>
                </a:cubicBezTo>
                <a:lnTo>
                  <a:pt x="0" y="96377"/>
                </a:lnTo>
                <a:cubicBezTo>
                  <a:pt x="0" y="43149"/>
                  <a:pt x="43149" y="0"/>
                  <a:pt x="96377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6" name="Shape 34"/>
          <p:cNvSpPr/>
          <p:nvPr/>
        </p:nvSpPr>
        <p:spPr>
          <a:xfrm>
            <a:off x="449771" y="4160379"/>
            <a:ext cx="385518" cy="385518"/>
          </a:xfrm>
          <a:custGeom>
            <a:avLst/>
            <a:gdLst/>
            <a:ahLst/>
            <a:cxnLst/>
            <a:rect l="l" t="t" r="r" b="b"/>
            <a:pathLst>
              <a:path w="385518" h="385518">
                <a:moveTo>
                  <a:pt x="192759" y="0"/>
                </a:moveTo>
                <a:lnTo>
                  <a:pt x="192759" y="0"/>
                </a:lnTo>
                <a:cubicBezTo>
                  <a:pt x="299217" y="0"/>
                  <a:pt x="385518" y="86301"/>
                  <a:pt x="385518" y="192759"/>
                </a:cubicBezTo>
                <a:lnTo>
                  <a:pt x="385518" y="192759"/>
                </a:lnTo>
                <a:cubicBezTo>
                  <a:pt x="385518" y="299217"/>
                  <a:pt x="299217" y="385518"/>
                  <a:pt x="192759" y="385518"/>
                </a:cubicBezTo>
                <a:lnTo>
                  <a:pt x="192759" y="385518"/>
                </a:lnTo>
                <a:cubicBezTo>
                  <a:pt x="86301" y="385518"/>
                  <a:pt x="0" y="299217"/>
                  <a:pt x="0" y="192759"/>
                </a:cubicBezTo>
                <a:lnTo>
                  <a:pt x="0" y="192759"/>
                </a:lnTo>
                <a:cubicBezTo>
                  <a:pt x="0" y="86301"/>
                  <a:pt x="86301" y="0"/>
                  <a:pt x="19275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62213" y="4272822"/>
            <a:ext cx="160632" cy="160632"/>
          </a:xfrm>
          <a:custGeom>
            <a:avLst/>
            <a:gdLst/>
            <a:ahLst/>
            <a:cxnLst/>
            <a:rect l="l" t="t" r="r" b="b"/>
            <a:pathLst>
              <a:path w="160632" h="160632">
                <a:moveTo>
                  <a:pt x="10040" y="10040"/>
                </a:moveTo>
                <a:cubicBezTo>
                  <a:pt x="15593" y="10040"/>
                  <a:pt x="20079" y="14526"/>
                  <a:pt x="20079" y="20079"/>
                </a:cubicBezTo>
                <a:lnTo>
                  <a:pt x="20079" y="125494"/>
                </a:lnTo>
                <a:cubicBezTo>
                  <a:pt x="20079" y="128255"/>
                  <a:pt x="22338" y="130514"/>
                  <a:pt x="25099" y="130514"/>
                </a:cubicBezTo>
                <a:lnTo>
                  <a:pt x="150593" y="130514"/>
                </a:lnTo>
                <a:cubicBezTo>
                  <a:pt x="156146" y="130514"/>
                  <a:pt x="160632" y="135000"/>
                  <a:pt x="160632" y="140553"/>
                </a:cubicBezTo>
                <a:cubicBezTo>
                  <a:pt x="160632" y="146106"/>
                  <a:pt x="156146" y="150593"/>
                  <a:pt x="150593" y="150593"/>
                </a:cubicBezTo>
                <a:lnTo>
                  <a:pt x="25099" y="150593"/>
                </a:lnTo>
                <a:cubicBezTo>
                  <a:pt x="11232" y="150593"/>
                  <a:pt x="0" y="139361"/>
                  <a:pt x="0" y="125494"/>
                </a:cubicBezTo>
                <a:lnTo>
                  <a:pt x="0" y="20079"/>
                </a:lnTo>
                <a:cubicBezTo>
                  <a:pt x="0" y="14526"/>
                  <a:pt x="4486" y="10040"/>
                  <a:pt x="10040" y="10040"/>
                </a:cubicBezTo>
                <a:close/>
                <a:moveTo>
                  <a:pt x="40158" y="30119"/>
                </a:moveTo>
                <a:cubicBezTo>
                  <a:pt x="40158" y="24565"/>
                  <a:pt x="44645" y="20079"/>
                  <a:pt x="50198" y="20079"/>
                </a:cubicBezTo>
                <a:lnTo>
                  <a:pt x="110435" y="20079"/>
                </a:lnTo>
                <a:cubicBezTo>
                  <a:pt x="115988" y="20079"/>
                  <a:pt x="120474" y="24565"/>
                  <a:pt x="120474" y="30119"/>
                </a:cubicBezTo>
                <a:cubicBezTo>
                  <a:pt x="120474" y="35672"/>
                  <a:pt x="115988" y="40158"/>
                  <a:pt x="110435" y="40158"/>
                </a:cubicBezTo>
                <a:lnTo>
                  <a:pt x="50198" y="40158"/>
                </a:lnTo>
                <a:cubicBezTo>
                  <a:pt x="44645" y="40158"/>
                  <a:pt x="40158" y="35672"/>
                  <a:pt x="40158" y="30119"/>
                </a:cubicBezTo>
                <a:close/>
                <a:moveTo>
                  <a:pt x="50198" y="55217"/>
                </a:moveTo>
                <a:lnTo>
                  <a:pt x="90356" y="55217"/>
                </a:lnTo>
                <a:cubicBezTo>
                  <a:pt x="95909" y="55217"/>
                  <a:pt x="100395" y="59704"/>
                  <a:pt x="100395" y="65257"/>
                </a:cubicBezTo>
                <a:cubicBezTo>
                  <a:pt x="100395" y="70810"/>
                  <a:pt x="95909" y="75296"/>
                  <a:pt x="90356" y="75296"/>
                </a:cubicBezTo>
                <a:lnTo>
                  <a:pt x="50198" y="75296"/>
                </a:lnTo>
                <a:cubicBezTo>
                  <a:pt x="44645" y="75296"/>
                  <a:pt x="40158" y="70810"/>
                  <a:pt x="40158" y="65257"/>
                </a:cubicBezTo>
                <a:cubicBezTo>
                  <a:pt x="40158" y="59704"/>
                  <a:pt x="44645" y="55217"/>
                  <a:pt x="50198" y="55217"/>
                </a:cubicBezTo>
                <a:close/>
                <a:moveTo>
                  <a:pt x="50198" y="90356"/>
                </a:moveTo>
                <a:lnTo>
                  <a:pt x="130514" y="90356"/>
                </a:lnTo>
                <a:cubicBezTo>
                  <a:pt x="136067" y="90356"/>
                  <a:pt x="140553" y="94842"/>
                  <a:pt x="140553" y="100395"/>
                </a:cubicBezTo>
                <a:cubicBezTo>
                  <a:pt x="140553" y="105948"/>
                  <a:pt x="136067" y="110435"/>
                  <a:pt x="130514" y="110435"/>
                </a:cubicBezTo>
                <a:lnTo>
                  <a:pt x="50198" y="110435"/>
                </a:lnTo>
                <a:cubicBezTo>
                  <a:pt x="44645" y="110435"/>
                  <a:pt x="40158" y="105948"/>
                  <a:pt x="40158" y="100395"/>
                </a:cubicBezTo>
                <a:cubicBezTo>
                  <a:pt x="40158" y="94842"/>
                  <a:pt x="44645" y="90356"/>
                  <a:pt x="50198" y="903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931668" y="4240696"/>
            <a:ext cx="1879399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C. Laporan Hasil (C1 &amp; Suara)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9771" y="4642277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49771" y="4642277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laporan_id (PK)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ID laporan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9771" y="4947478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49771" y="4947478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saksi_id (FK)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Relasi ke tabel saksi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9771" y="5252680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49771" y="5252680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suara_klien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Input manual quick count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9771" y="5557881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49771" y="5557881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suara_sah_total, tidak_sah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Rekapitulasi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49771" y="5863083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49771" y="5863083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foto_c1_plano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Bukti fisik C1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49771" y="6168285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49771" y="6168285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foto_selfie_lokasi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Dengan metadata GPS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49771" y="6473486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449771" y="6473486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timestamp_upload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Waktu pengiriman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61131" y="4031874"/>
            <a:ext cx="5710482" cy="2827130"/>
          </a:xfrm>
          <a:custGeom>
            <a:avLst/>
            <a:gdLst/>
            <a:ahLst/>
            <a:cxnLst/>
            <a:rect l="l" t="t" r="r" b="b"/>
            <a:pathLst>
              <a:path w="5710482" h="2827130">
                <a:moveTo>
                  <a:pt x="96377" y="0"/>
                </a:moveTo>
                <a:lnTo>
                  <a:pt x="5614105" y="0"/>
                </a:lnTo>
                <a:cubicBezTo>
                  <a:pt x="5667333" y="0"/>
                  <a:pt x="5710482" y="43149"/>
                  <a:pt x="5710482" y="96377"/>
                </a:cubicBezTo>
                <a:lnTo>
                  <a:pt x="5710482" y="2730754"/>
                </a:lnTo>
                <a:cubicBezTo>
                  <a:pt x="5710482" y="2783981"/>
                  <a:pt x="5667333" y="2827130"/>
                  <a:pt x="5614105" y="2827130"/>
                </a:cubicBezTo>
                <a:lnTo>
                  <a:pt x="96377" y="2827130"/>
                </a:lnTo>
                <a:cubicBezTo>
                  <a:pt x="43149" y="2827130"/>
                  <a:pt x="0" y="2783981"/>
                  <a:pt x="0" y="2730754"/>
                </a:cubicBezTo>
                <a:lnTo>
                  <a:pt x="0" y="96377"/>
                </a:lnTo>
                <a:cubicBezTo>
                  <a:pt x="0" y="43149"/>
                  <a:pt x="43149" y="0"/>
                  <a:pt x="96377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4" name="Shape 52"/>
          <p:cNvSpPr/>
          <p:nvPr/>
        </p:nvSpPr>
        <p:spPr>
          <a:xfrm>
            <a:off x="6289637" y="4160379"/>
            <a:ext cx="385518" cy="385518"/>
          </a:xfrm>
          <a:custGeom>
            <a:avLst/>
            <a:gdLst/>
            <a:ahLst/>
            <a:cxnLst/>
            <a:rect l="l" t="t" r="r" b="b"/>
            <a:pathLst>
              <a:path w="385518" h="385518">
                <a:moveTo>
                  <a:pt x="192759" y="0"/>
                </a:moveTo>
                <a:lnTo>
                  <a:pt x="192759" y="0"/>
                </a:lnTo>
                <a:cubicBezTo>
                  <a:pt x="299217" y="0"/>
                  <a:pt x="385518" y="86301"/>
                  <a:pt x="385518" y="192759"/>
                </a:cubicBezTo>
                <a:lnTo>
                  <a:pt x="385518" y="192759"/>
                </a:lnTo>
                <a:cubicBezTo>
                  <a:pt x="385518" y="299217"/>
                  <a:pt x="299217" y="385518"/>
                  <a:pt x="192759" y="385518"/>
                </a:cubicBezTo>
                <a:lnTo>
                  <a:pt x="192759" y="385518"/>
                </a:lnTo>
                <a:cubicBezTo>
                  <a:pt x="86301" y="385518"/>
                  <a:pt x="0" y="299217"/>
                  <a:pt x="0" y="192759"/>
                </a:cubicBezTo>
                <a:lnTo>
                  <a:pt x="0" y="192759"/>
                </a:lnTo>
                <a:cubicBezTo>
                  <a:pt x="0" y="86301"/>
                  <a:pt x="86301" y="0"/>
                  <a:pt x="19275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02080" y="4272822"/>
            <a:ext cx="160632" cy="160632"/>
          </a:xfrm>
          <a:custGeom>
            <a:avLst/>
            <a:gdLst/>
            <a:ahLst/>
            <a:cxnLst/>
            <a:rect l="l" t="t" r="r" b="b"/>
            <a:pathLst>
              <a:path w="160632" h="160632">
                <a:moveTo>
                  <a:pt x="80316" y="0"/>
                </a:moveTo>
                <a:cubicBezTo>
                  <a:pt x="84928" y="0"/>
                  <a:pt x="89164" y="2541"/>
                  <a:pt x="91360" y="6588"/>
                </a:cubicBezTo>
                <a:lnTo>
                  <a:pt x="159126" y="132083"/>
                </a:lnTo>
                <a:cubicBezTo>
                  <a:pt x="161229" y="135973"/>
                  <a:pt x="161134" y="140679"/>
                  <a:pt x="158875" y="144475"/>
                </a:cubicBezTo>
                <a:cubicBezTo>
                  <a:pt x="156617" y="148271"/>
                  <a:pt x="152507" y="150593"/>
                  <a:pt x="148083" y="150593"/>
                </a:cubicBezTo>
                <a:lnTo>
                  <a:pt x="12549" y="150593"/>
                </a:lnTo>
                <a:cubicBezTo>
                  <a:pt x="8126" y="150593"/>
                  <a:pt x="4047" y="148271"/>
                  <a:pt x="1757" y="144475"/>
                </a:cubicBezTo>
                <a:cubicBezTo>
                  <a:pt x="-533" y="140679"/>
                  <a:pt x="-596" y="135973"/>
                  <a:pt x="1506" y="132083"/>
                </a:cubicBezTo>
                <a:lnTo>
                  <a:pt x="69273" y="6588"/>
                </a:lnTo>
                <a:cubicBezTo>
                  <a:pt x="71469" y="2541"/>
                  <a:pt x="75704" y="0"/>
                  <a:pt x="80316" y="0"/>
                </a:cubicBezTo>
                <a:close/>
                <a:moveTo>
                  <a:pt x="80316" y="52708"/>
                </a:moveTo>
                <a:cubicBezTo>
                  <a:pt x="76144" y="52708"/>
                  <a:pt x="72787" y="56064"/>
                  <a:pt x="72787" y="60237"/>
                </a:cubicBezTo>
                <a:lnTo>
                  <a:pt x="72787" y="95375"/>
                </a:lnTo>
                <a:cubicBezTo>
                  <a:pt x="72787" y="99548"/>
                  <a:pt x="76144" y="102905"/>
                  <a:pt x="80316" y="102905"/>
                </a:cubicBezTo>
                <a:cubicBezTo>
                  <a:pt x="84489" y="102905"/>
                  <a:pt x="87846" y="99548"/>
                  <a:pt x="87846" y="95375"/>
                </a:cubicBezTo>
                <a:lnTo>
                  <a:pt x="87846" y="60237"/>
                </a:lnTo>
                <a:cubicBezTo>
                  <a:pt x="87846" y="56064"/>
                  <a:pt x="84489" y="52708"/>
                  <a:pt x="80316" y="52708"/>
                </a:cubicBezTo>
                <a:close/>
                <a:moveTo>
                  <a:pt x="88693" y="120474"/>
                </a:moveTo>
                <a:cubicBezTo>
                  <a:pt x="88883" y="117365"/>
                  <a:pt x="87333" y="114407"/>
                  <a:pt x="84667" y="112794"/>
                </a:cubicBezTo>
                <a:cubicBezTo>
                  <a:pt x="82002" y="111182"/>
                  <a:pt x="78662" y="111182"/>
                  <a:pt x="75996" y="112794"/>
                </a:cubicBezTo>
                <a:cubicBezTo>
                  <a:pt x="73331" y="114407"/>
                  <a:pt x="71780" y="117365"/>
                  <a:pt x="71971" y="120474"/>
                </a:cubicBezTo>
                <a:cubicBezTo>
                  <a:pt x="71780" y="123584"/>
                  <a:pt x="73331" y="126542"/>
                  <a:pt x="75996" y="128154"/>
                </a:cubicBezTo>
                <a:cubicBezTo>
                  <a:pt x="78662" y="129767"/>
                  <a:pt x="82002" y="129767"/>
                  <a:pt x="84667" y="128154"/>
                </a:cubicBezTo>
                <a:cubicBezTo>
                  <a:pt x="87333" y="126542"/>
                  <a:pt x="88883" y="123584"/>
                  <a:pt x="88693" y="12047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6771535" y="4240696"/>
            <a:ext cx="1558134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D. Laporan Kecurangan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89637" y="4794877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289637" y="4794877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incident_id (PK)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ID insiden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289637" y="5100079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289637" y="5100079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saksi_id (FK)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Pelapor kecurangan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289637" y="5405281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289637" y="5405281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judul_kejadian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Kategori pelanggaran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289637" y="5710482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289637" y="5710482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deskripsi_singkat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Detail kejadian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289637" y="6015684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6289637" y="6015684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video_bukti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URL video evidence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289637" y="6320885"/>
            <a:ext cx="5453470" cy="257012"/>
          </a:xfrm>
          <a:custGeom>
            <a:avLst/>
            <a:gdLst/>
            <a:ahLst/>
            <a:cxnLst/>
            <a:rect l="l" t="t" r="r" b="b"/>
            <a:pathLst>
              <a:path w="5453470" h="257012">
                <a:moveTo>
                  <a:pt x="64253" y="0"/>
                </a:moveTo>
                <a:lnTo>
                  <a:pt x="5389217" y="0"/>
                </a:lnTo>
                <a:cubicBezTo>
                  <a:pt x="5424703" y="0"/>
                  <a:pt x="5453470" y="28767"/>
                  <a:pt x="5453470" y="64253"/>
                </a:cubicBezTo>
                <a:lnTo>
                  <a:pt x="5453470" y="192759"/>
                </a:lnTo>
                <a:cubicBezTo>
                  <a:pt x="5453470" y="228245"/>
                  <a:pt x="5424703" y="257012"/>
                  <a:pt x="5389217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6289637" y="6320885"/>
            <a:ext cx="5509692" cy="257012"/>
          </a:xfrm>
          <a:prstGeom prst="rect">
            <a:avLst/>
          </a:prstGeom>
          <a:noFill/>
          <a:ln/>
        </p:spPr>
        <p:txBody>
          <a:bodyPr wrap="square" lIns="96379" tIns="48190" rIns="96379" bIns="4819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status_tindak_lanjut</a:t>
            </a:r>
            <a:r>
              <a:rPr lang="en-US" sz="8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Urgent/Normal/Resolved</a:t>
            </a:r>
            <a:endParaRPr lang="en-US" sz="1600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94A49889-7004-4B85-8681-02A97E951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2367" y="112820"/>
            <a:ext cx="1188633" cy="11614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TAHAP 1 • PRE-ELECTION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Perekrutan &amp; Penempatan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Proses seleksi dan penempatan saksi sebelum hari pemungutan suara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638300"/>
            <a:ext cx="2743200" cy="4152900"/>
          </a:xfrm>
          <a:custGeom>
            <a:avLst/>
            <a:gdLst/>
            <a:ahLst/>
            <a:cxnLst/>
            <a:rect l="l" t="t" r="r" b="b"/>
            <a:pathLst>
              <a:path w="2743200" h="4152900">
                <a:moveTo>
                  <a:pt x="114309" y="0"/>
                </a:moveTo>
                <a:lnTo>
                  <a:pt x="2628891" y="0"/>
                </a:lnTo>
                <a:cubicBezTo>
                  <a:pt x="2692022" y="0"/>
                  <a:pt x="2743200" y="51178"/>
                  <a:pt x="2743200" y="114309"/>
                </a:cubicBezTo>
                <a:lnTo>
                  <a:pt x="2743200" y="4038591"/>
                </a:lnTo>
                <a:cubicBezTo>
                  <a:pt x="2743200" y="4101722"/>
                  <a:pt x="2692022" y="4152900"/>
                  <a:pt x="2628891" y="4152900"/>
                </a:cubicBezTo>
                <a:lnTo>
                  <a:pt x="114309" y="4152900"/>
                </a:lnTo>
                <a:cubicBezTo>
                  <a:pt x="51178" y="4152900"/>
                  <a:pt x="0" y="4101722"/>
                  <a:pt x="0" y="403859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6250" y="17907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04900" y="1885950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Pendaftaran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3400" y="2573867"/>
            <a:ext cx="2514600" cy="2264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Calon saksi mendaftar melalui aplikasi mobile dengan mengunggah foto KTP dan mengisi data </a:t>
            </a:r>
            <a:r>
              <a:rPr lang="en-US" sz="1200" dirty="0" err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pribadi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sz="1200" dirty="0" err="1">
                <a:solidFill>
                  <a:srgbClr val="FFFFFF"/>
                </a:solidFill>
                <a:latin typeface="Quattrocento Sans" pitchFamily="34" charset="0"/>
              </a:rPr>
              <a:t>Menggunakan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</a:rPr>
              <a:t> System OCR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2450" y="49815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76288" y="4953000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 KTP asli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2450" y="52292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76288" y="520065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data lengkap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2450" y="5476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6288" y="544830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Nomor WhatsApp aktif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76600" y="1638300"/>
            <a:ext cx="2743200" cy="4152900"/>
          </a:xfrm>
          <a:custGeom>
            <a:avLst/>
            <a:gdLst/>
            <a:ahLst/>
            <a:cxnLst/>
            <a:rect l="l" t="t" r="r" b="b"/>
            <a:pathLst>
              <a:path w="2743200" h="4152900">
                <a:moveTo>
                  <a:pt x="114309" y="0"/>
                </a:moveTo>
                <a:lnTo>
                  <a:pt x="2628891" y="0"/>
                </a:lnTo>
                <a:cubicBezTo>
                  <a:pt x="2692022" y="0"/>
                  <a:pt x="2743200" y="51178"/>
                  <a:pt x="2743200" y="114309"/>
                </a:cubicBezTo>
                <a:lnTo>
                  <a:pt x="2743200" y="4038591"/>
                </a:lnTo>
                <a:cubicBezTo>
                  <a:pt x="2743200" y="4101722"/>
                  <a:pt x="2692022" y="4152900"/>
                  <a:pt x="2628891" y="4152900"/>
                </a:cubicBezTo>
                <a:lnTo>
                  <a:pt x="114309" y="4152900"/>
                </a:lnTo>
                <a:cubicBezTo>
                  <a:pt x="51178" y="4152900"/>
                  <a:pt x="0" y="4101722"/>
                  <a:pt x="0" y="403859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17" name="Shape 15"/>
          <p:cNvSpPr/>
          <p:nvPr/>
        </p:nvSpPr>
        <p:spPr>
          <a:xfrm>
            <a:off x="342900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371850" y="17907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00500" y="18859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Validasi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29000" y="2362200"/>
            <a:ext cx="25146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melakukan verifikasi data calon saksi termasuk validasi NIK dan pengecekan domisili.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48050" y="49815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671888" y="495300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Verifikasi NIK valid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48050" y="52292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671888" y="520065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Cek domisili TPS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48050" y="5476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671888" y="544830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status verifikasi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2200" y="1638300"/>
            <a:ext cx="2743200" cy="4152900"/>
          </a:xfrm>
          <a:custGeom>
            <a:avLst/>
            <a:gdLst/>
            <a:ahLst/>
            <a:cxnLst/>
            <a:rect l="l" t="t" r="r" b="b"/>
            <a:pathLst>
              <a:path w="2743200" h="4152900">
                <a:moveTo>
                  <a:pt x="114309" y="0"/>
                </a:moveTo>
                <a:lnTo>
                  <a:pt x="2628891" y="0"/>
                </a:lnTo>
                <a:cubicBezTo>
                  <a:pt x="2692022" y="0"/>
                  <a:pt x="2743200" y="51178"/>
                  <a:pt x="2743200" y="114309"/>
                </a:cubicBezTo>
                <a:lnTo>
                  <a:pt x="2743200" y="4038591"/>
                </a:lnTo>
                <a:cubicBezTo>
                  <a:pt x="2743200" y="4101722"/>
                  <a:pt x="2692022" y="4152900"/>
                  <a:pt x="2628891" y="4152900"/>
                </a:cubicBezTo>
                <a:lnTo>
                  <a:pt x="114309" y="4152900"/>
                </a:lnTo>
                <a:cubicBezTo>
                  <a:pt x="51178" y="4152900"/>
                  <a:pt x="0" y="4101722"/>
                  <a:pt x="0" y="403859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8" name="Shape 26"/>
          <p:cNvSpPr/>
          <p:nvPr/>
        </p:nvSpPr>
        <p:spPr>
          <a:xfrm>
            <a:off x="632460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267450" y="17907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96100" y="1885950"/>
            <a:ext cx="70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Plotting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24600" y="2362200"/>
            <a:ext cx="25146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memilih saksi yang sudah terverifikasi dan menetapkannya ke TPS tertentu berdasarkan kebutuhan.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43650" y="49815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567488" y="495300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Saksi dikunci ke 1 TPS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3650" y="52292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567488" y="520065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Alokasi berdasarkan DPT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43650" y="5476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567488" y="5448300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Konfirmasi penempatan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67800" y="1638300"/>
            <a:ext cx="2743200" cy="4152900"/>
          </a:xfrm>
          <a:custGeom>
            <a:avLst/>
            <a:gdLst/>
            <a:ahLst/>
            <a:cxnLst/>
            <a:rect l="l" t="t" r="r" b="b"/>
            <a:pathLst>
              <a:path w="2743200" h="4152900">
                <a:moveTo>
                  <a:pt x="114309" y="0"/>
                </a:moveTo>
                <a:lnTo>
                  <a:pt x="2628891" y="0"/>
                </a:lnTo>
                <a:cubicBezTo>
                  <a:pt x="2692022" y="0"/>
                  <a:pt x="2743200" y="51178"/>
                  <a:pt x="2743200" y="114309"/>
                </a:cubicBezTo>
                <a:lnTo>
                  <a:pt x="2743200" y="4038591"/>
                </a:lnTo>
                <a:cubicBezTo>
                  <a:pt x="2743200" y="4101722"/>
                  <a:pt x="2692022" y="4152900"/>
                  <a:pt x="2628891" y="4152900"/>
                </a:cubicBezTo>
                <a:lnTo>
                  <a:pt x="114309" y="4152900"/>
                </a:lnTo>
                <a:cubicBezTo>
                  <a:pt x="51178" y="4152900"/>
                  <a:pt x="0" y="4101722"/>
                  <a:pt x="0" y="403859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39" name="Shape 37"/>
          <p:cNvSpPr/>
          <p:nvPr/>
        </p:nvSpPr>
        <p:spPr>
          <a:xfrm>
            <a:off x="922020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163050" y="17907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791700" y="1885950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Briefing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220200" y="2362200"/>
            <a:ext cx="25146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Saksi menerima materi instruksi kerja, tata cara pengawalan, dan prosedur pelaporan melalui aplikasi.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239250" y="49815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463088" y="4953000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Materi instruksi kerja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239250" y="52292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463088" y="5200650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Tata cara pengawalan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239250" y="5476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463088" y="5448300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Prosedur pelaporan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00050" y="5943600"/>
            <a:ext cx="11410950" cy="533400"/>
          </a:xfrm>
          <a:custGeom>
            <a:avLst/>
            <a:gdLst/>
            <a:ahLst/>
            <a:cxnLst/>
            <a:rect l="l" t="t" r="r" b="b"/>
            <a:pathLst>
              <a:path w="11410950" h="533400">
                <a:moveTo>
                  <a:pt x="38100" y="0"/>
                </a:moveTo>
                <a:lnTo>
                  <a:pt x="11296648" y="0"/>
                </a:lnTo>
                <a:cubicBezTo>
                  <a:pt x="11359733" y="0"/>
                  <a:pt x="11410950" y="51217"/>
                  <a:pt x="11410950" y="114302"/>
                </a:cubicBezTo>
                <a:lnTo>
                  <a:pt x="11410950" y="419098"/>
                </a:lnTo>
                <a:cubicBezTo>
                  <a:pt x="11410950" y="482183"/>
                  <a:pt x="11359733" y="533400"/>
                  <a:pt x="1129664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8F">
              <a:alpha val="5098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00050" y="59436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51" name="Shape 49"/>
          <p:cNvSpPr/>
          <p:nvPr/>
        </p:nvSpPr>
        <p:spPr>
          <a:xfrm>
            <a:off x="600075" y="6096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52" name="Text 50"/>
          <p:cNvSpPr/>
          <p:nvPr/>
        </p:nvSpPr>
        <p:spPr>
          <a:xfrm>
            <a:off x="1009650" y="6096000"/>
            <a:ext cx="926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Catatan Penting:</a:t>
            </a:r>
            <a:r>
              <a:rPr lang="en-US" sz="1200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Saksi hanya dapat ditugaskan ke </a:t>
            </a:r>
            <a:r>
              <a:rPr lang="en-US" sz="1200" dirty="0">
                <a:solidFill>
                  <a:srgbClr val="2C2C2C"/>
                </a:solidFill>
                <a:highlight>
                  <a:srgbClr val="6B7A8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satu TPS tertentu </a:t>
            </a:r>
            <a:r>
              <a:rPr lang="en-US" sz="1200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dan tidak dapat dipindahkan setelah plotting untuk menjaga akuntabilitas.</a:t>
            </a:r>
            <a:endParaRPr lang="en-US" sz="16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4E5A2134-D698-4E89-8EAB-1E824B398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2367" y="276544"/>
            <a:ext cx="1188633" cy="11614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TAHAP 2 • ELECTION DAY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Kehadiran &amp; Pembukaan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Verifikasi kehadiran saksi di lokasi TPS dengan validasi GPS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638300"/>
            <a:ext cx="5600700" cy="3752850"/>
          </a:xfrm>
          <a:custGeom>
            <a:avLst/>
            <a:gdLst/>
            <a:ahLst/>
            <a:cxnLst/>
            <a:rect l="l" t="t" r="r" b="b"/>
            <a:pathLst>
              <a:path w="5600700" h="3752850">
                <a:moveTo>
                  <a:pt x="114312" y="0"/>
                </a:moveTo>
                <a:lnTo>
                  <a:pt x="5486388" y="0"/>
                </a:lnTo>
                <a:cubicBezTo>
                  <a:pt x="5549521" y="0"/>
                  <a:pt x="5600700" y="51179"/>
                  <a:pt x="5600700" y="114312"/>
                </a:cubicBezTo>
                <a:lnTo>
                  <a:pt x="5600700" y="3638538"/>
                </a:lnTo>
                <a:cubicBezTo>
                  <a:pt x="5600700" y="3701671"/>
                  <a:pt x="5549521" y="3752850"/>
                  <a:pt x="5486388" y="3752850"/>
                </a:cubicBezTo>
                <a:lnTo>
                  <a:pt x="114312" y="3752850"/>
                </a:lnTo>
                <a:cubicBezTo>
                  <a:pt x="51179" y="3752850"/>
                  <a:pt x="0" y="3701671"/>
                  <a:pt x="0" y="3638538"/>
                </a:cubicBezTo>
                <a:lnTo>
                  <a:pt x="0" y="114312"/>
                </a:lnTo>
                <a:cubicBezTo>
                  <a:pt x="0" y="51221"/>
                  <a:pt x="51221" y="0"/>
                  <a:pt x="114312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866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019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6571" y="28932"/>
                </a:moveTo>
                <a:lnTo>
                  <a:pt x="61927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6673" y="42863"/>
                </a:lnTo>
                <a:lnTo>
                  <a:pt x="162029" y="28932"/>
                </a:lnTo>
                <a:cubicBezTo>
                  <a:pt x="159127" y="20181"/>
                  <a:pt x="150956" y="14288"/>
                  <a:pt x="141714" y="14288"/>
                </a:cubicBezTo>
                <a:lnTo>
                  <a:pt x="86886" y="14288"/>
                </a:lnTo>
                <a:cubicBezTo>
                  <a:pt x="77644" y="14288"/>
                  <a:pt x="69473" y="20181"/>
                  <a:pt x="66571" y="28932"/>
                </a:cubicBezTo>
                <a:close/>
                <a:moveTo>
                  <a:pt x="114300" y="85725"/>
                </a:moveTo>
                <a:cubicBezTo>
                  <a:pt x="137956" y="85725"/>
                  <a:pt x="157163" y="104931"/>
                  <a:pt x="157163" y="128588"/>
                </a:cubicBezTo>
                <a:cubicBezTo>
                  <a:pt x="157163" y="152244"/>
                  <a:pt x="137956" y="171450"/>
                  <a:pt x="114300" y="171450"/>
                </a:cubicBezTo>
                <a:cubicBezTo>
                  <a:pt x="90644" y="171450"/>
                  <a:pt x="71438" y="152244"/>
                  <a:pt x="71438" y="128588"/>
                </a:cubicBezTo>
                <a:cubicBezTo>
                  <a:pt x="71438" y="104931"/>
                  <a:pt x="90644" y="85725"/>
                  <a:pt x="114300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1885950"/>
            <a:ext cx="1800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Absensi Selfie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400" y="2190750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07.00 WIB - Pembukaan TPS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833688"/>
            <a:ext cx="5143500" cy="971550"/>
          </a:xfrm>
          <a:custGeom>
            <a:avLst/>
            <a:gdLst/>
            <a:ahLst/>
            <a:cxnLst/>
            <a:rect l="l" t="t" r="r" b="b"/>
            <a:pathLst>
              <a:path w="5143500" h="971550">
                <a:moveTo>
                  <a:pt x="76199" y="0"/>
                </a:moveTo>
                <a:lnTo>
                  <a:pt x="5067301" y="0"/>
                </a:lnTo>
                <a:cubicBezTo>
                  <a:pt x="5109385" y="0"/>
                  <a:pt x="5143500" y="34115"/>
                  <a:pt x="5143500" y="76199"/>
                </a:cubicBezTo>
                <a:lnTo>
                  <a:pt x="5143500" y="895351"/>
                </a:lnTo>
                <a:cubicBezTo>
                  <a:pt x="5143500" y="937435"/>
                  <a:pt x="5109385" y="971550"/>
                  <a:pt x="5067301" y="971550"/>
                </a:cubicBezTo>
                <a:lnTo>
                  <a:pt x="76199" y="971550"/>
                </a:lnTo>
                <a:cubicBezTo>
                  <a:pt x="34115" y="971550"/>
                  <a:pt x="0" y="937435"/>
                  <a:pt x="0" y="8953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298608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4798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Proses Absensi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3900" y="3252788"/>
            <a:ext cx="49815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Saksi melakukan foto selfie di depan nomor TPS saat tiba di lokasi. Sistem secara otomatis mengunci koordinat GPS untuk memastikan kehadiran fisik.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" y="3914775"/>
            <a:ext cx="5143500" cy="971550"/>
          </a:xfrm>
          <a:custGeom>
            <a:avLst/>
            <a:gdLst/>
            <a:ahLst/>
            <a:cxnLst/>
            <a:rect l="l" t="t" r="r" b="b"/>
            <a:pathLst>
              <a:path w="5143500" h="971550">
                <a:moveTo>
                  <a:pt x="76199" y="0"/>
                </a:moveTo>
                <a:lnTo>
                  <a:pt x="5067301" y="0"/>
                </a:lnTo>
                <a:cubicBezTo>
                  <a:pt x="5109385" y="0"/>
                  <a:pt x="5143500" y="34115"/>
                  <a:pt x="5143500" y="76199"/>
                </a:cubicBezTo>
                <a:lnTo>
                  <a:pt x="5143500" y="895351"/>
                </a:lnTo>
                <a:cubicBezTo>
                  <a:pt x="5143500" y="937435"/>
                  <a:pt x="5109385" y="971550"/>
                  <a:pt x="5067301" y="971550"/>
                </a:cubicBezTo>
                <a:lnTo>
                  <a:pt x="76199" y="971550"/>
                </a:lnTo>
                <a:cubicBezTo>
                  <a:pt x="34115" y="971550"/>
                  <a:pt x="0" y="937435"/>
                  <a:pt x="0" y="8953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40671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56138"/>
                </a:moveTo>
                <a:cubicBezTo>
                  <a:pt x="0" y="25122"/>
                  <a:pt x="25598" y="0"/>
                  <a:pt x="57150" y="0"/>
                </a:cubicBezTo>
                <a:cubicBezTo>
                  <a:pt x="88702" y="0"/>
                  <a:pt x="114300" y="25122"/>
                  <a:pt x="114300" y="56138"/>
                </a:cubicBezTo>
                <a:cubicBezTo>
                  <a:pt x="114300" y="91648"/>
                  <a:pt x="78522" y="134213"/>
                  <a:pt x="63579" y="150435"/>
                </a:cubicBezTo>
                <a:cubicBezTo>
                  <a:pt x="60067" y="154245"/>
                  <a:pt x="54203" y="154245"/>
                  <a:pt x="50691" y="150435"/>
                </a:cubicBezTo>
                <a:cubicBezTo>
                  <a:pt x="35749" y="134213"/>
                  <a:pt x="-30" y="91648"/>
                  <a:pt x="-30" y="56138"/>
                </a:cubicBezTo>
                <a:close/>
                <a:moveTo>
                  <a:pt x="57150" y="76200"/>
                </a:moveTo>
                <a:cubicBezTo>
                  <a:pt x="67664" y="76200"/>
                  <a:pt x="76200" y="67664"/>
                  <a:pt x="76200" y="57150"/>
                </a:cubicBezTo>
                <a:cubicBezTo>
                  <a:pt x="76200" y="46636"/>
                  <a:pt x="67664" y="38100"/>
                  <a:pt x="57150" y="38100"/>
                </a:cubicBezTo>
                <a:cubicBezTo>
                  <a:pt x="46636" y="38100"/>
                  <a:pt x="38100" y="46636"/>
                  <a:pt x="38100" y="57150"/>
                </a:cubicBezTo>
                <a:cubicBezTo>
                  <a:pt x="38100" y="67664"/>
                  <a:pt x="46636" y="76200"/>
                  <a:pt x="57150" y="762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29075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Validasi Lokasi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3900" y="4333875"/>
            <a:ext cx="49815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Geofencing memastikan saksi berada dalam radius valid dari koordinat TPS yang terdaftar di database.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5763" y="5586413"/>
            <a:ext cx="1781175" cy="885825"/>
          </a:xfrm>
          <a:custGeom>
            <a:avLst/>
            <a:gdLst/>
            <a:ahLst/>
            <a:cxnLst/>
            <a:rect l="l" t="t" r="r" b="b"/>
            <a:pathLst>
              <a:path w="1781175" h="885825">
                <a:moveTo>
                  <a:pt x="76199" y="0"/>
                </a:moveTo>
                <a:lnTo>
                  <a:pt x="1704976" y="0"/>
                </a:lnTo>
                <a:cubicBezTo>
                  <a:pt x="1747060" y="0"/>
                  <a:pt x="1781175" y="34115"/>
                  <a:pt x="1781175" y="76199"/>
                </a:cubicBezTo>
                <a:lnTo>
                  <a:pt x="1781175" y="809626"/>
                </a:lnTo>
                <a:cubicBezTo>
                  <a:pt x="1781175" y="851710"/>
                  <a:pt x="1747060" y="885825"/>
                  <a:pt x="170497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 w="12700">
            <a:solidFill>
              <a:srgbClr val="8C92AC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62050" y="57054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20" name="Text 18"/>
          <p:cNvSpPr/>
          <p:nvPr/>
        </p:nvSpPr>
        <p:spPr>
          <a:xfrm>
            <a:off x="471488" y="6010275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07.00 WIB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6250" y="6200775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Waktu Absensi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290763" y="5586413"/>
            <a:ext cx="1781175" cy="885825"/>
          </a:xfrm>
          <a:custGeom>
            <a:avLst/>
            <a:gdLst/>
            <a:ahLst/>
            <a:cxnLst/>
            <a:rect l="l" t="t" r="r" b="b"/>
            <a:pathLst>
              <a:path w="1781175" h="885825">
                <a:moveTo>
                  <a:pt x="76199" y="0"/>
                </a:moveTo>
                <a:lnTo>
                  <a:pt x="1704976" y="0"/>
                </a:lnTo>
                <a:cubicBezTo>
                  <a:pt x="1747060" y="0"/>
                  <a:pt x="1781175" y="34115"/>
                  <a:pt x="1781175" y="76199"/>
                </a:cubicBezTo>
                <a:lnTo>
                  <a:pt x="1781175" y="809626"/>
                </a:lnTo>
                <a:cubicBezTo>
                  <a:pt x="1781175" y="851710"/>
                  <a:pt x="1747060" y="885825"/>
                  <a:pt x="170497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B0A59A">
              <a:alpha val="10196"/>
            </a:srgbClr>
          </a:solidFill>
          <a:ln w="12700">
            <a:solidFill>
              <a:srgbClr val="B0A59A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9913" y="5705475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85725" y="126980"/>
                </a:moveTo>
                <a:cubicBezTo>
                  <a:pt x="114345" y="120506"/>
                  <a:pt x="135731" y="94878"/>
                  <a:pt x="135731" y="64294"/>
                </a:cubicBezTo>
                <a:cubicBezTo>
                  <a:pt x="135731" y="28798"/>
                  <a:pt x="106933" y="0"/>
                  <a:pt x="71438" y="0"/>
                </a:cubicBezTo>
                <a:cubicBezTo>
                  <a:pt x="35942" y="0"/>
                  <a:pt x="7144" y="28798"/>
                  <a:pt x="7144" y="64294"/>
                </a:cubicBezTo>
                <a:cubicBezTo>
                  <a:pt x="7144" y="94878"/>
                  <a:pt x="28530" y="120506"/>
                  <a:pt x="57150" y="126980"/>
                </a:cubicBezTo>
                <a:lnTo>
                  <a:pt x="57150" y="214313"/>
                </a:lnTo>
                <a:cubicBezTo>
                  <a:pt x="57150" y="222215"/>
                  <a:pt x="63535" y="228600"/>
                  <a:pt x="71438" y="228600"/>
                </a:cubicBezTo>
                <a:cubicBezTo>
                  <a:pt x="79340" y="228600"/>
                  <a:pt x="85725" y="222215"/>
                  <a:pt x="85725" y="214313"/>
                </a:cubicBezTo>
                <a:lnTo>
                  <a:pt x="85725" y="126980"/>
                </a:lnTo>
                <a:close/>
                <a:moveTo>
                  <a:pt x="75009" y="42863"/>
                </a:moveTo>
                <a:cubicBezTo>
                  <a:pt x="61213" y="42863"/>
                  <a:pt x="50006" y="54069"/>
                  <a:pt x="50006" y="67866"/>
                </a:cubicBezTo>
                <a:cubicBezTo>
                  <a:pt x="50006" y="73804"/>
                  <a:pt x="45229" y="78581"/>
                  <a:pt x="39291" y="78581"/>
                </a:cubicBezTo>
                <a:cubicBezTo>
                  <a:pt x="33352" y="78581"/>
                  <a:pt x="28575" y="73804"/>
                  <a:pt x="28575" y="67866"/>
                </a:cubicBezTo>
                <a:cubicBezTo>
                  <a:pt x="28575" y="42237"/>
                  <a:pt x="49381" y="21431"/>
                  <a:pt x="75009" y="21431"/>
                </a:cubicBezTo>
                <a:cubicBezTo>
                  <a:pt x="80948" y="21431"/>
                  <a:pt x="85725" y="26209"/>
                  <a:pt x="85725" y="32147"/>
                </a:cubicBezTo>
                <a:cubicBezTo>
                  <a:pt x="85725" y="38085"/>
                  <a:pt x="80948" y="42863"/>
                  <a:pt x="75009" y="42863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4" name="Text 22"/>
          <p:cNvSpPr/>
          <p:nvPr/>
        </p:nvSpPr>
        <p:spPr>
          <a:xfrm>
            <a:off x="2376488" y="6010275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50m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381250" y="6200775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Radius GPS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195763" y="5586413"/>
            <a:ext cx="1781175" cy="885825"/>
          </a:xfrm>
          <a:custGeom>
            <a:avLst/>
            <a:gdLst/>
            <a:ahLst/>
            <a:cxnLst/>
            <a:rect l="l" t="t" r="r" b="b"/>
            <a:pathLst>
              <a:path w="1781175" h="885825">
                <a:moveTo>
                  <a:pt x="76199" y="0"/>
                </a:moveTo>
                <a:lnTo>
                  <a:pt x="1704976" y="0"/>
                </a:lnTo>
                <a:cubicBezTo>
                  <a:pt x="1747060" y="0"/>
                  <a:pt x="1781175" y="34115"/>
                  <a:pt x="1781175" y="76199"/>
                </a:cubicBezTo>
                <a:lnTo>
                  <a:pt x="1781175" y="809626"/>
                </a:lnTo>
                <a:cubicBezTo>
                  <a:pt x="1781175" y="851710"/>
                  <a:pt x="1747060" y="885825"/>
                  <a:pt x="170497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6B7A8F">
              <a:alpha val="10196"/>
            </a:srgbClr>
          </a:solidFill>
          <a:ln w="12700">
            <a:solidFill>
              <a:srgbClr val="6B7A8F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72050" y="57054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8" name="Text 26"/>
          <p:cNvSpPr/>
          <p:nvPr/>
        </p:nvSpPr>
        <p:spPr>
          <a:xfrm>
            <a:off x="4281488" y="6010275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286250" y="6200775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Validasi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29350" y="1638300"/>
            <a:ext cx="5581650" cy="3943350"/>
          </a:xfrm>
          <a:custGeom>
            <a:avLst/>
            <a:gdLst/>
            <a:ahLst/>
            <a:cxnLst/>
            <a:rect l="l" t="t" r="r" b="b"/>
            <a:pathLst>
              <a:path w="5581650" h="3943350">
                <a:moveTo>
                  <a:pt x="38100" y="0"/>
                </a:moveTo>
                <a:lnTo>
                  <a:pt x="5467332" y="0"/>
                </a:lnTo>
                <a:cubicBezTo>
                  <a:pt x="5530468" y="0"/>
                  <a:pt x="5581650" y="51182"/>
                  <a:pt x="5581650" y="114318"/>
                </a:cubicBezTo>
                <a:lnTo>
                  <a:pt x="5581650" y="3829032"/>
                </a:lnTo>
                <a:cubicBezTo>
                  <a:pt x="5581650" y="3892168"/>
                  <a:pt x="5530468" y="3943350"/>
                  <a:pt x="5467332" y="3943350"/>
                </a:cubicBezTo>
                <a:lnTo>
                  <a:pt x="38100" y="3943350"/>
                </a:lnTo>
                <a:cubicBezTo>
                  <a:pt x="17072" y="3943350"/>
                  <a:pt x="0" y="3926278"/>
                  <a:pt x="0" y="3905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8F">
              <a:alpha val="5098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29350" y="1638300"/>
            <a:ext cx="38100" cy="3943350"/>
          </a:xfrm>
          <a:custGeom>
            <a:avLst/>
            <a:gdLst/>
            <a:ahLst/>
            <a:cxnLst/>
            <a:rect l="l" t="t" r="r" b="b"/>
            <a:pathLst>
              <a:path w="38100" h="3943350">
                <a:moveTo>
                  <a:pt x="38100" y="0"/>
                </a:moveTo>
                <a:lnTo>
                  <a:pt x="38100" y="0"/>
                </a:lnTo>
                <a:lnTo>
                  <a:pt x="38100" y="3943350"/>
                </a:lnTo>
                <a:lnTo>
                  <a:pt x="38100" y="3943350"/>
                </a:lnTo>
                <a:cubicBezTo>
                  <a:pt x="17072" y="3943350"/>
                  <a:pt x="0" y="3926278"/>
                  <a:pt x="0" y="3905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2" name="Text 30"/>
          <p:cNvSpPr/>
          <p:nvPr/>
        </p:nvSpPr>
        <p:spPr>
          <a:xfrm>
            <a:off x="6477000" y="1866900"/>
            <a:ext cx="521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Mekanisme Validasi GPS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77000" y="2324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34" name="Text 32"/>
          <p:cNvSpPr/>
          <p:nvPr/>
        </p:nvSpPr>
        <p:spPr>
          <a:xfrm>
            <a:off x="6640264" y="2381250"/>
            <a:ext cx="142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72300" y="2324100"/>
            <a:ext cx="409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Saksi Membuka Aplikasi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72300" y="2590800"/>
            <a:ext cx="409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Saksi login ke aplikasi dan memilih menu "Absensi Kehadiran"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77000" y="2971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38" name="Text 36"/>
          <p:cNvSpPr/>
          <p:nvPr/>
        </p:nvSpPr>
        <p:spPr>
          <a:xfrm>
            <a:off x="6623745" y="3028950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72300" y="2971800"/>
            <a:ext cx="468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 Cek Koordinat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72300" y="32385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mendeteksi lokasi real-time dan membandingkan dengan koordinat TPS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77000" y="3848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2" name="Text 40"/>
          <p:cNvSpPr/>
          <p:nvPr/>
        </p:nvSpPr>
        <p:spPr>
          <a:xfrm>
            <a:off x="6621512" y="3905250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72300" y="3848100"/>
            <a:ext cx="451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Validasi Radius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72300" y="4114800"/>
            <a:ext cx="451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Jika dalam radius &lt;50m, sistem mengizinkan pengambilan foto selfie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77000" y="4495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46" name="Text 44"/>
          <p:cNvSpPr/>
          <p:nvPr/>
        </p:nvSpPr>
        <p:spPr>
          <a:xfrm>
            <a:off x="6623893" y="4552950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72300" y="4495800"/>
            <a:ext cx="467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 dengan Metadata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72300" y="4762500"/>
            <a:ext cx="467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Foto tersimpan dengan data GPS, timestamp, dan watermark otomatis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15063" y="5776913"/>
            <a:ext cx="5591175" cy="695325"/>
          </a:xfrm>
          <a:custGeom>
            <a:avLst/>
            <a:gdLst/>
            <a:ahLst/>
            <a:cxnLst/>
            <a:rect l="l" t="t" r="r" b="b"/>
            <a:pathLst>
              <a:path w="5591175" h="695325">
                <a:moveTo>
                  <a:pt x="114298" y="0"/>
                </a:moveTo>
                <a:lnTo>
                  <a:pt x="5476877" y="0"/>
                </a:lnTo>
                <a:cubicBezTo>
                  <a:pt x="5540002" y="0"/>
                  <a:pt x="5591175" y="51173"/>
                  <a:pt x="5591175" y="114298"/>
                </a:cubicBezTo>
                <a:lnTo>
                  <a:pt x="5591175" y="581027"/>
                </a:lnTo>
                <a:cubicBezTo>
                  <a:pt x="5591175" y="644152"/>
                  <a:pt x="5540002" y="695325"/>
                  <a:pt x="5476877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 w="12700">
            <a:solidFill>
              <a:srgbClr val="8C92AC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72225" y="6029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1" name="Text 49"/>
          <p:cNvSpPr/>
          <p:nvPr/>
        </p:nvSpPr>
        <p:spPr>
          <a:xfrm>
            <a:off x="6679704" y="5934075"/>
            <a:ext cx="5038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Keunggulan:</a:t>
            </a:r>
            <a:r>
              <a:rPr lang="en-US" sz="1050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Sistem mencegah </a:t>
            </a:r>
            <a:r>
              <a:rPr lang="en-US" sz="1050" dirty="0">
                <a:solidFill>
                  <a:srgbClr val="2C2C2C"/>
                </a:solidFill>
                <a:highlight>
                  <a:srgbClr val="8C92A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kehadiran palsu </a:t>
            </a:r>
            <a:r>
              <a:rPr lang="en-US" sz="1050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atau </a:t>
            </a:r>
            <a:r>
              <a:rPr lang="en-US" sz="1050" dirty="0">
                <a:solidFill>
                  <a:srgbClr val="2C2C2C"/>
                </a:solidFill>
                <a:highlight>
                  <a:srgbClr val="8C92A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absensi dari lokasi lain </a:t>
            </a:r>
            <a:r>
              <a:rPr lang="en-US" sz="1050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dengan validasi GPS yang ketat.</a:t>
            </a:r>
            <a:endParaRPr lang="en-US" sz="16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013E8767-2A76-4BDC-B313-28B83154A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2367" y="245587"/>
            <a:ext cx="1188633" cy="11614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TAHAP 3 • POST-VOTING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Penghitungan &amp; Upload Data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Proses input hasil pemungutan suara dan upload bukti fisik ke sistem</a:t>
            </a:r>
            <a:endParaRPr lang="en-US" sz="1600" dirty="0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61F3B8A-B5CD-47A9-A11E-03159048A989}"/>
              </a:ext>
            </a:extLst>
          </p:cNvPr>
          <p:cNvGrpSpPr/>
          <p:nvPr/>
        </p:nvGrpSpPr>
        <p:grpSpPr>
          <a:xfrm>
            <a:off x="381000" y="1638300"/>
            <a:ext cx="7558534" cy="3143250"/>
            <a:chOff x="381000" y="1638300"/>
            <a:chExt cx="7558534" cy="3143250"/>
          </a:xfrm>
        </p:grpSpPr>
        <p:sp>
          <p:nvSpPr>
            <p:cNvPr id="5" name="Shape 3"/>
            <p:cNvSpPr/>
            <p:nvPr/>
          </p:nvSpPr>
          <p:spPr>
            <a:xfrm>
              <a:off x="381000" y="1638300"/>
              <a:ext cx="2419350" cy="3143250"/>
            </a:xfrm>
            <a:custGeom>
              <a:avLst/>
              <a:gdLst/>
              <a:ahLst/>
              <a:cxnLst/>
              <a:rect l="l" t="t" r="r" b="b"/>
              <a:pathLst>
                <a:path w="2419350" h="3143250">
                  <a:moveTo>
                    <a:pt x="114290" y="0"/>
                  </a:moveTo>
                  <a:lnTo>
                    <a:pt x="2305060" y="0"/>
                  </a:lnTo>
                  <a:cubicBezTo>
                    <a:pt x="2368181" y="0"/>
                    <a:pt x="2419350" y="51169"/>
                    <a:pt x="2419350" y="114290"/>
                  </a:cubicBezTo>
                  <a:lnTo>
                    <a:pt x="2419350" y="3028960"/>
                  </a:lnTo>
                  <a:cubicBezTo>
                    <a:pt x="2419350" y="3092081"/>
                    <a:pt x="2368181" y="3143250"/>
                    <a:pt x="2305060" y="3143250"/>
                  </a:cubicBezTo>
                  <a:lnTo>
                    <a:pt x="114290" y="3143250"/>
                  </a:lnTo>
                  <a:cubicBezTo>
                    <a:pt x="51169" y="3143250"/>
                    <a:pt x="0" y="3092081"/>
                    <a:pt x="0" y="3028960"/>
                  </a:cubicBezTo>
                  <a:lnTo>
                    <a:pt x="0" y="114290"/>
                  </a:lnTo>
                  <a:cubicBezTo>
                    <a:pt x="0" y="51212"/>
                    <a:pt x="51212" y="0"/>
                    <a:pt x="114290" y="0"/>
                  </a:cubicBezTo>
                  <a:close/>
                </a:path>
              </a:pathLst>
            </a:custGeom>
            <a:solidFill>
              <a:srgbClr val="8C92AC"/>
            </a:solidFill>
            <a:ln/>
          </p:spPr>
        </p:sp>
        <p:sp>
          <p:nvSpPr>
            <p:cNvPr id="6" name="Shape 4"/>
            <p:cNvSpPr/>
            <p:nvPr/>
          </p:nvSpPr>
          <p:spPr>
            <a:xfrm>
              <a:off x="571500" y="1828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28600" y="0"/>
                  </a:lnTo>
                  <a:cubicBezTo>
                    <a:pt x="354768" y="0"/>
                    <a:pt x="457200" y="102432"/>
                    <a:pt x="457200" y="228600"/>
                  </a:cubicBezTo>
                  <a:lnTo>
                    <a:pt x="457200" y="228600"/>
                  </a:lnTo>
                  <a:cubicBezTo>
                    <a:pt x="457200" y="354768"/>
                    <a:pt x="354768" y="457200"/>
                    <a:pt x="228600" y="457200"/>
                  </a:cubicBezTo>
                  <a:lnTo>
                    <a:pt x="228600" y="457200"/>
                  </a:lnTo>
                  <a:cubicBezTo>
                    <a:pt x="102432" y="457200"/>
                    <a:pt x="0" y="354768"/>
                    <a:pt x="0" y="228600"/>
                  </a:cubicBezTo>
                  <a:lnTo>
                    <a:pt x="0" y="228600"/>
                  </a:lnTo>
                  <a:cubicBezTo>
                    <a:pt x="0" y="102432"/>
                    <a:pt x="102432" y="0"/>
                    <a:pt x="22860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692944" y="1962150"/>
              <a:ext cx="214313" cy="190500"/>
            </a:xfrm>
            <a:custGeom>
              <a:avLst/>
              <a:gdLst/>
              <a:ahLst/>
              <a:cxnLst/>
              <a:rect l="l" t="t" r="r" b="b"/>
              <a:pathLst>
                <a:path w="214313" h="190500">
                  <a:moveTo>
                    <a:pt x="23812" y="23812"/>
                  </a:moveTo>
                  <a:cubicBezTo>
                    <a:pt x="10678" y="23812"/>
                    <a:pt x="0" y="34491"/>
                    <a:pt x="0" y="47625"/>
                  </a:cubicBezTo>
                  <a:lnTo>
                    <a:pt x="0" y="142875"/>
                  </a:lnTo>
                  <a:cubicBezTo>
                    <a:pt x="0" y="156009"/>
                    <a:pt x="10678" y="166688"/>
                    <a:pt x="23812" y="166688"/>
                  </a:cubicBezTo>
                  <a:lnTo>
                    <a:pt x="190500" y="166688"/>
                  </a:lnTo>
                  <a:cubicBezTo>
                    <a:pt x="203634" y="166688"/>
                    <a:pt x="214313" y="156009"/>
                    <a:pt x="214313" y="142875"/>
                  </a:cubicBezTo>
                  <a:lnTo>
                    <a:pt x="214313" y="47625"/>
                  </a:lnTo>
                  <a:cubicBezTo>
                    <a:pt x="214313" y="34491"/>
                    <a:pt x="203634" y="23812"/>
                    <a:pt x="190500" y="23812"/>
                  </a:cubicBezTo>
                  <a:lnTo>
                    <a:pt x="23812" y="23812"/>
                  </a:lnTo>
                  <a:close/>
                  <a:moveTo>
                    <a:pt x="29766" y="47625"/>
                  </a:moveTo>
                  <a:lnTo>
                    <a:pt x="41672" y="47625"/>
                  </a:lnTo>
                  <a:cubicBezTo>
                    <a:pt x="44946" y="47625"/>
                    <a:pt x="47625" y="50304"/>
                    <a:pt x="47625" y="53578"/>
                  </a:cubicBezTo>
                  <a:lnTo>
                    <a:pt x="47625" y="65484"/>
                  </a:lnTo>
                  <a:cubicBezTo>
                    <a:pt x="47625" y="68759"/>
                    <a:pt x="44946" y="71438"/>
                    <a:pt x="41672" y="71438"/>
                  </a:cubicBezTo>
                  <a:lnTo>
                    <a:pt x="29766" y="71438"/>
                  </a:lnTo>
                  <a:cubicBezTo>
                    <a:pt x="26491" y="71438"/>
                    <a:pt x="23812" y="68759"/>
                    <a:pt x="23812" y="65484"/>
                  </a:cubicBezTo>
                  <a:lnTo>
                    <a:pt x="23812" y="53578"/>
                  </a:lnTo>
                  <a:cubicBezTo>
                    <a:pt x="23812" y="50304"/>
                    <a:pt x="26491" y="47625"/>
                    <a:pt x="29766" y="47625"/>
                  </a:cubicBezTo>
                  <a:close/>
                  <a:moveTo>
                    <a:pt x="23812" y="89297"/>
                  </a:moveTo>
                  <a:cubicBezTo>
                    <a:pt x="23812" y="86023"/>
                    <a:pt x="26491" y="83344"/>
                    <a:pt x="29766" y="83344"/>
                  </a:cubicBezTo>
                  <a:lnTo>
                    <a:pt x="41672" y="83344"/>
                  </a:lnTo>
                  <a:cubicBezTo>
                    <a:pt x="44946" y="83344"/>
                    <a:pt x="47625" y="86023"/>
                    <a:pt x="47625" y="89297"/>
                  </a:cubicBezTo>
                  <a:lnTo>
                    <a:pt x="47625" y="101203"/>
                  </a:lnTo>
                  <a:cubicBezTo>
                    <a:pt x="47625" y="104477"/>
                    <a:pt x="44946" y="107156"/>
                    <a:pt x="41672" y="107156"/>
                  </a:cubicBezTo>
                  <a:lnTo>
                    <a:pt x="29766" y="107156"/>
                  </a:lnTo>
                  <a:cubicBezTo>
                    <a:pt x="26491" y="107156"/>
                    <a:pt x="23812" y="104477"/>
                    <a:pt x="23812" y="101203"/>
                  </a:cubicBezTo>
                  <a:lnTo>
                    <a:pt x="23812" y="89297"/>
                  </a:lnTo>
                  <a:close/>
                  <a:moveTo>
                    <a:pt x="65484" y="47625"/>
                  </a:moveTo>
                  <a:lnTo>
                    <a:pt x="77391" y="47625"/>
                  </a:lnTo>
                  <a:cubicBezTo>
                    <a:pt x="80665" y="47625"/>
                    <a:pt x="83344" y="50304"/>
                    <a:pt x="83344" y="53578"/>
                  </a:cubicBezTo>
                  <a:lnTo>
                    <a:pt x="83344" y="65484"/>
                  </a:lnTo>
                  <a:cubicBezTo>
                    <a:pt x="83344" y="68759"/>
                    <a:pt x="80665" y="71438"/>
                    <a:pt x="77391" y="71438"/>
                  </a:cubicBezTo>
                  <a:lnTo>
                    <a:pt x="65484" y="71438"/>
                  </a:lnTo>
                  <a:cubicBezTo>
                    <a:pt x="62210" y="71438"/>
                    <a:pt x="59531" y="68759"/>
                    <a:pt x="59531" y="65484"/>
                  </a:cubicBezTo>
                  <a:lnTo>
                    <a:pt x="59531" y="53578"/>
                  </a:lnTo>
                  <a:cubicBezTo>
                    <a:pt x="59531" y="50304"/>
                    <a:pt x="62210" y="47625"/>
                    <a:pt x="65484" y="47625"/>
                  </a:cubicBezTo>
                  <a:close/>
                  <a:moveTo>
                    <a:pt x="59531" y="89297"/>
                  </a:moveTo>
                  <a:cubicBezTo>
                    <a:pt x="59531" y="86023"/>
                    <a:pt x="62210" y="83344"/>
                    <a:pt x="65484" y="83344"/>
                  </a:cubicBezTo>
                  <a:lnTo>
                    <a:pt x="77391" y="83344"/>
                  </a:lnTo>
                  <a:cubicBezTo>
                    <a:pt x="80665" y="83344"/>
                    <a:pt x="83344" y="86023"/>
                    <a:pt x="83344" y="89297"/>
                  </a:cubicBezTo>
                  <a:lnTo>
                    <a:pt x="83344" y="101203"/>
                  </a:lnTo>
                  <a:cubicBezTo>
                    <a:pt x="83344" y="104477"/>
                    <a:pt x="80665" y="107156"/>
                    <a:pt x="77391" y="107156"/>
                  </a:cubicBezTo>
                  <a:lnTo>
                    <a:pt x="65484" y="107156"/>
                  </a:lnTo>
                  <a:cubicBezTo>
                    <a:pt x="62210" y="107156"/>
                    <a:pt x="59531" y="104477"/>
                    <a:pt x="59531" y="101203"/>
                  </a:cubicBezTo>
                  <a:lnTo>
                    <a:pt x="59531" y="89297"/>
                  </a:lnTo>
                  <a:close/>
                  <a:moveTo>
                    <a:pt x="65484" y="119063"/>
                  </a:moveTo>
                  <a:lnTo>
                    <a:pt x="148828" y="119063"/>
                  </a:lnTo>
                  <a:cubicBezTo>
                    <a:pt x="152102" y="119063"/>
                    <a:pt x="154781" y="121741"/>
                    <a:pt x="154781" y="125016"/>
                  </a:cubicBezTo>
                  <a:lnTo>
                    <a:pt x="154781" y="136922"/>
                  </a:lnTo>
                  <a:cubicBezTo>
                    <a:pt x="154781" y="140196"/>
                    <a:pt x="152102" y="142875"/>
                    <a:pt x="148828" y="142875"/>
                  </a:cubicBezTo>
                  <a:lnTo>
                    <a:pt x="65484" y="142875"/>
                  </a:lnTo>
                  <a:cubicBezTo>
                    <a:pt x="62210" y="142875"/>
                    <a:pt x="59531" y="140196"/>
                    <a:pt x="59531" y="136922"/>
                  </a:cubicBezTo>
                  <a:lnTo>
                    <a:pt x="59531" y="125016"/>
                  </a:lnTo>
                  <a:cubicBezTo>
                    <a:pt x="59531" y="121741"/>
                    <a:pt x="62210" y="119063"/>
                    <a:pt x="65484" y="119063"/>
                  </a:cubicBezTo>
                  <a:close/>
                  <a:moveTo>
                    <a:pt x="95250" y="53578"/>
                  </a:moveTo>
                  <a:cubicBezTo>
                    <a:pt x="95250" y="50304"/>
                    <a:pt x="97929" y="47625"/>
                    <a:pt x="101203" y="47625"/>
                  </a:cubicBezTo>
                  <a:lnTo>
                    <a:pt x="113109" y="47625"/>
                  </a:lnTo>
                  <a:cubicBezTo>
                    <a:pt x="116384" y="47625"/>
                    <a:pt x="119063" y="50304"/>
                    <a:pt x="119063" y="53578"/>
                  </a:cubicBezTo>
                  <a:lnTo>
                    <a:pt x="119063" y="65484"/>
                  </a:lnTo>
                  <a:cubicBezTo>
                    <a:pt x="119063" y="68759"/>
                    <a:pt x="116384" y="71438"/>
                    <a:pt x="113109" y="71438"/>
                  </a:cubicBezTo>
                  <a:lnTo>
                    <a:pt x="101203" y="71438"/>
                  </a:lnTo>
                  <a:cubicBezTo>
                    <a:pt x="97929" y="71438"/>
                    <a:pt x="95250" y="68759"/>
                    <a:pt x="95250" y="65484"/>
                  </a:cubicBezTo>
                  <a:lnTo>
                    <a:pt x="95250" y="53578"/>
                  </a:lnTo>
                  <a:close/>
                  <a:moveTo>
                    <a:pt x="101203" y="83344"/>
                  </a:moveTo>
                  <a:lnTo>
                    <a:pt x="113109" y="83344"/>
                  </a:lnTo>
                  <a:cubicBezTo>
                    <a:pt x="116384" y="83344"/>
                    <a:pt x="119063" y="86023"/>
                    <a:pt x="119063" y="89297"/>
                  </a:cubicBezTo>
                  <a:lnTo>
                    <a:pt x="119063" y="101203"/>
                  </a:lnTo>
                  <a:cubicBezTo>
                    <a:pt x="119063" y="104477"/>
                    <a:pt x="116384" y="107156"/>
                    <a:pt x="113109" y="107156"/>
                  </a:cubicBezTo>
                  <a:lnTo>
                    <a:pt x="101203" y="107156"/>
                  </a:lnTo>
                  <a:cubicBezTo>
                    <a:pt x="97929" y="107156"/>
                    <a:pt x="95250" y="104477"/>
                    <a:pt x="95250" y="101203"/>
                  </a:cubicBezTo>
                  <a:lnTo>
                    <a:pt x="95250" y="89297"/>
                  </a:lnTo>
                  <a:cubicBezTo>
                    <a:pt x="95250" y="86023"/>
                    <a:pt x="97929" y="83344"/>
                    <a:pt x="101203" y="83344"/>
                  </a:cubicBezTo>
                  <a:close/>
                  <a:moveTo>
                    <a:pt x="130969" y="53578"/>
                  </a:moveTo>
                  <a:cubicBezTo>
                    <a:pt x="130969" y="50304"/>
                    <a:pt x="133648" y="47625"/>
                    <a:pt x="136922" y="47625"/>
                  </a:cubicBezTo>
                  <a:lnTo>
                    <a:pt x="148828" y="47625"/>
                  </a:lnTo>
                  <a:cubicBezTo>
                    <a:pt x="152102" y="47625"/>
                    <a:pt x="154781" y="50304"/>
                    <a:pt x="154781" y="53578"/>
                  </a:cubicBezTo>
                  <a:lnTo>
                    <a:pt x="154781" y="65484"/>
                  </a:lnTo>
                  <a:cubicBezTo>
                    <a:pt x="154781" y="68759"/>
                    <a:pt x="152102" y="71438"/>
                    <a:pt x="148828" y="71438"/>
                  </a:cubicBezTo>
                  <a:lnTo>
                    <a:pt x="136922" y="71438"/>
                  </a:lnTo>
                  <a:cubicBezTo>
                    <a:pt x="133648" y="71438"/>
                    <a:pt x="130969" y="68759"/>
                    <a:pt x="130969" y="65484"/>
                  </a:cubicBezTo>
                  <a:lnTo>
                    <a:pt x="130969" y="53578"/>
                  </a:lnTo>
                  <a:close/>
                  <a:moveTo>
                    <a:pt x="136922" y="83344"/>
                  </a:moveTo>
                  <a:lnTo>
                    <a:pt x="148828" y="83344"/>
                  </a:lnTo>
                  <a:cubicBezTo>
                    <a:pt x="152102" y="83344"/>
                    <a:pt x="154781" y="86023"/>
                    <a:pt x="154781" y="89297"/>
                  </a:cubicBezTo>
                  <a:lnTo>
                    <a:pt x="154781" y="101203"/>
                  </a:lnTo>
                  <a:cubicBezTo>
                    <a:pt x="154781" y="104477"/>
                    <a:pt x="152102" y="107156"/>
                    <a:pt x="148828" y="107156"/>
                  </a:cubicBezTo>
                  <a:lnTo>
                    <a:pt x="136922" y="107156"/>
                  </a:lnTo>
                  <a:cubicBezTo>
                    <a:pt x="133648" y="107156"/>
                    <a:pt x="130969" y="104477"/>
                    <a:pt x="130969" y="101203"/>
                  </a:cubicBezTo>
                  <a:lnTo>
                    <a:pt x="130969" y="89297"/>
                  </a:lnTo>
                  <a:cubicBezTo>
                    <a:pt x="130969" y="86023"/>
                    <a:pt x="133648" y="83344"/>
                    <a:pt x="136922" y="83344"/>
                  </a:cubicBezTo>
                  <a:close/>
                  <a:moveTo>
                    <a:pt x="166688" y="53578"/>
                  </a:moveTo>
                  <a:cubicBezTo>
                    <a:pt x="166688" y="50304"/>
                    <a:pt x="169366" y="47625"/>
                    <a:pt x="172641" y="47625"/>
                  </a:cubicBezTo>
                  <a:lnTo>
                    <a:pt x="184547" y="47625"/>
                  </a:lnTo>
                  <a:cubicBezTo>
                    <a:pt x="187821" y="47625"/>
                    <a:pt x="190500" y="50304"/>
                    <a:pt x="190500" y="53578"/>
                  </a:cubicBezTo>
                  <a:lnTo>
                    <a:pt x="190500" y="65484"/>
                  </a:lnTo>
                  <a:cubicBezTo>
                    <a:pt x="190500" y="68759"/>
                    <a:pt x="187821" y="71438"/>
                    <a:pt x="184547" y="71438"/>
                  </a:cubicBezTo>
                  <a:lnTo>
                    <a:pt x="172641" y="71438"/>
                  </a:lnTo>
                  <a:cubicBezTo>
                    <a:pt x="169366" y="71438"/>
                    <a:pt x="166688" y="68759"/>
                    <a:pt x="166688" y="65484"/>
                  </a:cubicBezTo>
                  <a:lnTo>
                    <a:pt x="166688" y="53578"/>
                  </a:lnTo>
                  <a:close/>
                  <a:moveTo>
                    <a:pt x="172641" y="83344"/>
                  </a:moveTo>
                  <a:lnTo>
                    <a:pt x="184547" y="83344"/>
                  </a:lnTo>
                  <a:cubicBezTo>
                    <a:pt x="187821" y="83344"/>
                    <a:pt x="190500" y="86023"/>
                    <a:pt x="190500" y="89297"/>
                  </a:cubicBezTo>
                  <a:lnTo>
                    <a:pt x="190500" y="101203"/>
                  </a:lnTo>
                  <a:cubicBezTo>
                    <a:pt x="190500" y="104477"/>
                    <a:pt x="187821" y="107156"/>
                    <a:pt x="184547" y="107156"/>
                  </a:cubicBezTo>
                  <a:lnTo>
                    <a:pt x="172641" y="107156"/>
                  </a:lnTo>
                  <a:cubicBezTo>
                    <a:pt x="169366" y="107156"/>
                    <a:pt x="166688" y="104477"/>
                    <a:pt x="166688" y="101203"/>
                  </a:cubicBezTo>
                  <a:lnTo>
                    <a:pt x="166688" y="89297"/>
                  </a:lnTo>
                  <a:cubicBezTo>
                    <a:pt x="166688" y="86023"/>
                    <a:pt x="169366" y="83344"/>
                    <a:pt x="172641" y="83344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1143000" y="1924050"/>
              <a:ext cx="11239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Oranienbaum" pitchFamily="34" charset="0"/>
                  <a:ea typeface="Oranienbaum" pitchFamily="34" charset="-122"/>
                  <a:cs typeface="Oranienbaum" pitchFamily="34" charset="-120"/>
                </a:rPr>
                <a:t>Input Manual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71500" y="2438400"/>
              <a:ext cx="2114550" cy="1238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Setelah penghitungan selesai, saksi menginput total perolehan suara klien secara manual untuk </a:t>
              </a:r>
              <a:r>
                <a:rPr lang="en-US" sz="12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Quick Tabulation</a:t>
              </a:r>
              <a:r>
                <a:rPr lang="en-US" sz="120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.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71500" y="3829050"/>
              <a:ext cx="2038350" cy="342900"/>
            </a:xfrm>
            <a:custGeom>
              <a:avLst/>
              <a:gdLst/>
              <a:ahLst/>
              <a:cxnLst/>
              <a:rect l="l" t="t" r="r" b="b"/>
              <a:pathLst>
                <a:path w="2038350" h="342900">
                  <a:moveTo>
                    <a:pt x="76199" y="0"/>
                  </a:moveTo>
                  <a:lnTo>
                    <a:pt x="1962151" y="0"/>
                  </a:lnTo>
                  <a:cubicBezTo>
                    <a:pt x="2004234" y="0"/>
                    <a:pt x="2038350" y="34116"/>
                    <a:pt x="2038350" y="76199"/>
                  </a:cubicBezTo>
                  <a:lnTo>
                    <a:pt x="2038350" y="266701"/>
                  </a:lnTo>
                  <a:cubicBezTo>
                    <a:pt x="2038350" y="308784"/>
                    <a:pt x="2004234" y="342900"/>
                    <a:pt x="1962151" y="342900"/>
                  </a:cubicBezTo>
                  <a:lnTo>
                    <a:pt x="76199" y="342900"/>
                  </a:lnTo>
                  <a:cubicBezTo>
                    <a:pt x="34144" y="342900"/>
                    <a:pt x="0" y="308756"/>
                    <a:pt x="0" y="2667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571500" y="3829050"/>
              <a:ext cx="2105025" cy="342900"/>
            </a:xfrm>
            <a:prstGeom prst="rect">
              <a:avLst/>
            </a:prstGeom>
            <a:noFill/>
            <a:ln/>
          </p:spPr>
          <p:txBody>
            <a:bodyPr wrap="square" lIns="114300" tIns="76200" rIns="114300" bIns="7620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Data:</a:t>
              </a:r>
              <a:r>
                <a:rPr lang="en-US" sz="105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Suara klien/caleg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71500" y="4248150"/>
              <a:ext cx="2038350" cy="342900"/>
            </a:xfrm>
            <a:custGeom>
              <a:avLst/>
              <a:gdLst/>
              <a:ahLst/>
              <a:cxnLst/>
              <a:rect l="l" t="t" r="r" b="b"/>
              <a:pathLst>
                <a:path w="2038350" h="342900">
                  <a:moveTo>
                    <a:pt x="76199" y="0"/>
                  </a:moveTo>
                  <a:lnTo>
                    <a:pt x="1962151" y="0"/>
                  </a:lnTo>
                  <a:cubicBezTo>
                    <a:pt x="2004234" y="0"/>
                    <a:pt x="2038350" y="34116"/>
                    <a:pt x="2038350" y="76199"/>
                  </a:cubicBezTo>
                  <a:lnTo>
                    <a:pt x="2038350" y="266701"/>
                  </a:lnTo>
                  <a:cubicBezTo>
                    <a:pt x="2038350" y="308784"/>
                    <a:pt x="2004234" y="342900"/>
                    <a:pt x="1962151" y="342900"/>
                  </a:cubicBezTo>
                  <a:lnTo>
                    <a:pt x="76199" y="342900"/>
                  </a:lnTo>
                  <a:cubicBezTo>
                    <a:pt x="34144" y="342900"/>
                    <a:pt x="0" y="308756"/>
                    <a:pt x="0" y="2667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571500" y="4248150"/>
              <a:ext cx="2105025" cy="342900"/>
            </a:xfrm>
            <a:prstGeom prst="rect">
              <a:avLst/>
            </a:prstGeom>
            <a:noFill/>
            <a:ln/>
          </p:spPr>
          <p:txBody>
            <a:bodyPr wrap="square" lIns="114300" tIns="76200" rIns="114300" bIns="7620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Tujuan:</a:t>
              </a:r>
              <a:r>
                <a:rPr lang="en-US" sz="105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Quick count cepat</a:t>
              </a:r>
              <a:endParaRPr lang="en-US" sz="16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950518" y="1638300"/>
              <a:ext cx="2419350" cy="3143250"/>
            </a:xfrm>
            <a:custGeom>
              <a:avLst/>
              <a:gdLst/>
              <a:ahLst/>
              <a:cxnLst/>
              <a:rect l="l" t="t" r="r" b="b"/>
              <a:pathLst>
                <a:path w="2419350" h="3143250">
                  <a:moveTo>
                    <a:pt x="114290" y="0"/>
                  </a:moveTo>
                  <a:lnTo>
                    <a:pt x="2305060" y="0"/>
                  </a:lnTo>
                  <a:cubicBezTo>
                    <a:pt x="2368181" y="0"/>
                    <a:pt x="2419350" y="51169"/>
                    <a:pt x="2419350" y="114290"/>
                  </a:cubicBezTo>
                  <a:lnTo>
                    <a:pt x="2419350" y="3028960"/>
                  </a:lnTo>
                  <a:cubicBezTo>
                    <a:pt x="2419350" y="3092081"/>
                    <a:pt x="2368181" y="3143250"/>
                    <a:pt x="2305060" y="3143250"/>
                  </a:cubicBezTo>
                  <a:lnTo>
                    <a:pt x="114290" y="3143250"/>
                  </a:lnTo>
                  <a:cubicBezTo>
                    <a:pt x="51169" y="3143250"/>
                    <a:pt x="0" y="3092081"/>
                    <a:pt x="0" y="3028960"/>
                  </a:cubicBezTo>
                  <a:lnTo>
                    <a:pt x="0" y="114290"/>
                  </a:lnTo>
                  <a:cubicBezTo>
                    <a:pt x="0" y="51212"/>
                    <a:pt x="51212" y="0"/>
                    <a:pt x="114290" y="0"/>
                  </a:cubicBezTo>
                  <a:close/>
                </a:path>
              </a:pathLst>
            </a:custGeom>
            <a:solidFill>
              <a:srgbClr val="B0A59A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3141018" y="1828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28600" y="0"/>
                  </a:lnTo>
                  <a:cubicBezTo>
                    <a:pt x="354768" y="0"/>
                    <a:pt x="457200" y="102432"/>
                    <a:pt x="457200" y="228600"/>
                  </a:cubicBezTo>
                  <a:lnTo>
                    <a:pt x="457200" y="228600"/>
                  </a:lnTo>
                  <a:cubicBezTo>
                    <a:pt x="457200" y="354768"/>
                    <a:pt x="354768" y="457200"/>
                    <a:pt x="228600" y="457200"/>
                  </a:cubicBezTo>
                  <a:lnTo>
                    <a:pt x="228600" y="457200"/>
                  </a:lnTo>
                  <a:cubicBezTo>
                    <a:pt x="102432" y="457200"/>
                    <a:pt x="0" y="354768"/>
                    <a:pt x="0" y="228600"/>
                  </a:cubicBezTo>
                  <a:lnTo>
                    <a:pt x="0" y="228600"/>
                  </a:lnTo>
                  <a:cubicBezTo>
                    <a:pt x="0" y="102432"/>
                    <a:pt x="102432" y="0"/>
                    <a:pt x="22860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3274368" y="19621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54781"/>
                  </a:moveTo>
                  <a:lnTo>
                    <a:pt x="0" y="77391"/>
                  </a:lnTo>
                  <a:lnTo>
                    <a:pt x="50676" y="77391"/>
                  </a:lnTo>
                  <a:cubicBezTo>
                    <a:pt x="55699" y="69875"/>
                    <a:pt x="62582" y="63698"/>
                    <a:pt x="70656" y="59531"/>
                  </a:cubicBezTo>
                  <a:lnTo>
                    <a:pt x="0" y="59531"/>
                  </a:lnTo>
                  <a:lnTo>
                    <a:pt x="0" y="46769"/>
                  </a:lnTo>
                  <a:cubicBezTo>
                    <a:pt x="0" y="33635"/>
                    <a:pt x="10678" y="22957"/>
                    <a:pt x="23812" y="22957"/>
                  </a:cubicBezTo>
                  <a:lnTo>
                    <a:pt x="23850" y="22957"/>
                  </a:lnTo>
                  <a:cubicBezTo>
                    <a:pt x="24296" y="16780"/>
                    <a:pt x="29431" y="11906"/>
                    <a:pt x="35719" y="11906"/>
                  </a:cubicBezTo>
                  <a:lnTo>
                    <a:pt x="47625" y="11906"/>
                  </a:lnTo>
                  <a:cubicBezTo>
                    <a:pt x="53913" y="11906"/>
                    <a:pt x="59048" y="16780"/>
                    <a:pt x="59494" y="22957"/>
                  </a:cubicBezTo>
                  <a:lnTo>
                    <a:pt x="71438" y="22957"/>
                  </a:lnTo>
                  <a:lnTo>
                    <a:pt x="90488" y="14101"/>
                  </a:lnTo>
                  <a:cubicBezTo>
                    <a:pt x="93613" y="12650"/>
                    <a:pt x="97036" y="11869"/>
                    <a:pt x="100496" y="11869"/>
                  </a:cubicBezTo>
                  <a:lnTo>
                    <a:pt x="166688" y="11906"/>
                  </a:lnTo>
                  <a:cubicBezTo>
                    <a:pt x="179822" y="11906"/>
                    <a:pt x="190500" y="22585"/>
                    <a:pt x="190500" y="35719"/>
                  </a:cubicBezTo>
                  <a:lnTo>
                    <a:pt x="190500" y="59531"/>
                  </a:lnTo>
                  <a:lnTo>
                    <a:pt x="119807" y="59531"/>
                  </a:lnTo>
                  <a:cubicBezTo>
                    <a:pt x="127881" y="63698"/>
                    <a:pt x="134764" y="69875"/>
                    <a:pt x="139787" y="77391"/>
                  </a:cubicBezTo>
                  <a:lnTo>
                    <a:pt x="190463" y="77391"/>
                  </a:lnTo>
                  <a:lnTo>
                    <a:pt x="190463" y="154781"/>
                  </a:lnTo>
                  <a:cubicBezTo>
                    <a:pt x="190463" y="167915"/>
                    <a:pt x="179784" y="178594"/>
                    <a:pt x="166650" y="178594"/>
                  </a:cubicBezTo>
                  <a:lnTo>
                    <a:pt x="23812" y="178594"/>
                  </a:lnTo>
                  <a:cubicBezTo>
                    <a:pt x="10678" y="178594"/>
                    <a:pt x="0" y="167915"/>
                    <a:pt x="0" y="154781"/>
                  </a:cubicBezTo>
                  <a:close/>
                  <a:moveTo>
                    <a:pt x="95250" y="71438"/>
                  </a:moveTo>
                  <a:cubicBezTo>
                    <a:pt x="82207" y="71017"/>
                    <a:pt x="69971" y="77735"/>
                    <a:pt x="63325" y="88965"/>
                  </a:cubicBezTo>
                  <a:cubicBezTo>
                    <a:pt x="56679" y="100195"/>
                    <a:pt x="56679" y="114154"/>
                    <a:pt x="63325" y="125385"/>
                  </a:cubicBezTo>
                  <a:cubicBezTo>
                    <a:pt x="69971" y="136615"/>
                    <a:pt x="82207" y="143333"/>
                    <a:pt x="95250" y="142912"/>
                  </a:cubicBezTo>
                  <a:cubicBezTo>
                    <a:pt x="108293" y="143333"/>
                    <a:pt x="120529" y="136615"/>
                    <a:pt x="127175" y="125385"/>
                  </a:cubicBezTo>
                  <a:cubicBezTo>
                    <a:pt x="133821" y="114154"/>
                    <a:pt x="133821" y="100195"/>
                    <a:pt x="127175" y="88965"/>
                  </a:cubicBezTo>
                  <a:cubicBezTo>
                    <a:pt x="120529" y="77735"/>
                    <a:pt x="108293" y="71017"/>
                    <a:pt x="95250" y="71438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3712518" y="1924050"/>
              <a:ext cx="1066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Oranienbaum" pitchFamily="34" charset="0"/>
                  <a:ea typeface="Oranienbaum" pitchFamily="34" charset="-122"/>
                  <a:cs typeface="Oranienbaum" pitchFamily="34" charset="-120"/>
                </a:rPr>
                <a:t>Upload Bukti</a:t>
              </a:r>
              <a:endParaRPr lang="en-US" sz="1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141018" y="2209800"/>
              <a:ext cx="2114550" cy="1466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Saksi mengupload dua jenis foto sebagai bukti validitas proses penghitungan.</a:t>
              </a:r>
              <a:endParaRPr lang="en-US" sz="16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3141018" y="3829050"/>
              <a:ext cx="2038350" cy="342900"/>
            </a:xfrm>
            <a:custGeom>
              <a:avLst/>
              <a:gdLst/>
              <a:ahLst/>
              <a:cxnLst/>
              <a:rect l="l" t="t" r="r" b="b"/>
              <a:pathLst>
                <a:path w="2038350" h="342900">
                  <a:moveTo>
                    <a:pt x="76199" y="0"/>
                  </a:moveTo>
                  <a:lnTo>
                    <a:pt x="1962151" y="0"/>
                  </a:lnTo>
                  <a:cubicBezTo>
                    <a:pt x="2004234" y="0"/>
                    <a:pt x="2038350" y="34116"/>
                    <a:pt x="2038350" y="76199"/>
                  </a:cubicBezTo>
                  <a:lnTo>
                    <a:pt x="2038350" y="266701"/>
                  </a:lnTo>
                  <a:cubicBezTo>
                    <a:pt x="2038350" y="308784"/>
                    <a:pt x="2004234" y="342900"/>
                    <a:pt x="1962151" y="342900"/>
                  </a:cubicBezTo>
                  <a:lnTo>
                    <a:pt x="76199" y="342900"/>
                  </a:lnTo>
                  <a:cubicBezTo>
                    <a:pt x="34144" y="342900"/>
                    <a:pt x="0" y="308756"/>
                    <a:pt x="0" y="2667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3141018" y="3829050"/>
              <a:ext cx="2105025" cy="342900"/>
            </a:xfrm>
            <a:prstGeom prst="rect">
              <a:avLst/>
            </a:prstGeom>
            <a:noFill/>
            <a:ln/>
          </p:spPr>
          <p:txBody>
            <a:bodyPr wrap="square" lIns="114300" tIns="76200" rIns="114300" bIns="7620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Foto 1:</a:t>
              </a:r>
              <a:r>
                <a:rPr lang="en-US" sz="105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C1 Plano</a:t>
              </a:r>
              <a:endParaRPr lang="en-US" sz="1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141018" y="4248150"/>
              <a:ext cx="2038350" cy="342900"/>
            </a:xfrm>
            <a:custGeom>
              <a:avLst/>
              <a:gdLst/>
              <a:ahLst/>
              <a:cxnLst/>
              <a:rect l="l" t="t" r="r" b="b"/>
              <a:pathLst>
                <a:path w="2038350" h="342900">
                  <a:moveTo>
                    <a:pt x="76199" y="0"/>
                  </a:moveTo>
                  <a:lnTo>
                    <a:pt x="1962151" y="0"/>
                  </a:lnTo>
                  <a:cubicBezTo>
                    <a:pt x="2004234" y="0"/>
                    <a:pt x="2038350" y="34116"/>
                    <a:pt x="2038350" y="76199"/>
                  </a:cubicBezTo>
                  <a:lnTo>
                    <a:pt x="2038350" y="266701"/>
                  </a:lnTo>
                  <a:cubicBezTo>
                    <a:pt x="2038350" y="308784"/>
                    <a:pt x="2004234" y="342900"/>
                    <a:pt x="1962151" y="342900"/>
                  </a:cubicBezTo>
                  <a:lnTo>
                    <a:pt x="76199" y="342900"/>
                  </a:lnTo>
                  <a:cubicBezTo>
                    <a:pt x="34144" y="342900"/>
                    <a:pt x="0" y="308756"/>
                    <a:pt x="0" y="2667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3141018" y="4248150"/>
              <a:ext cx="2105025" cy="342900"/>
            </a:xfrm>
            <a:prstGeom prst="rect">
              <a:avLst/>
            </a:prstGeom>
            <a:noFill/>
            <a:ln/>
          </p:spPr>
          <p:txBody>
            <a:bodyPr wrap="square" lIns="114300" tIns="76200" rIns="114300" bIns="7620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Foto 2:</a:t>
              </a:r>
              <a:r>
                <a:rPr lang="en-US" sz="105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Selfie Terakhir</a:t>
              </a:r>
              <a:endParaRPr lang="en-US" sz="16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520184" y="1638300"/>
              <a:ext cx="2419350" cy="3143250"/>
            </a:xfrm>
            <a:custGeom>
              <a:avLst/>
              <a:gdLst/>
              <a:ahLst/>
              <a:cxnLst/>
              <a:rect l="l" t="t" r="r" b="b"/>
              <a:pathLst>
                <a:path w="2419350" h="3143250">
                  <a:moveTo>
                    <a:pt x="114290" y="0"/>
                  </a:moveTo>
                  <a:lnTo>
                    <a:pt x="2305060" y="0"/>
                  </a:lnTo>
                  <a:cubicBezTo>
                    <a:pt x="2368181" y="0"/>
                    <a:pt x="2419350" y="51169"/>
                    <a:pt x="2419350" y="114290"/>
                  </a:cubicBezTo>
                  <a:lnTo>
                    <a:pt x="2419350" y="3028960"/>
                  </a:lnTo>
                  <a:cubicBezTo>
                    <a:pt x="2419350" y="3092081"/>
                    <a:pt x="2368181" y="3143250"/>
                    <a:pt x="2305060" y="3143250"/>
                  </a:cubicBezTo>
                  <a:lnTo>
                    <a:pt x="114290" y="3143250"/>
                  </a:lnTo>
                  <a:cubicBezTo>
                    <a:pt x="51169" y="3143250"/>
                    <a:pt x="0" y="3092081"/>
                    <a:pt x="0" y="3028960"/>
                  </a:cubicBezTo>
                  <a:lnTo>
                    <a:pt x="0" y="114290"/>
                  </a:lnTo>
                  <a:cubicBezTo>
                    <a:pt x="0" y="51212"/>
                    <a:pt x="51212" y="0"/>
                    <a:pt x="114290" y="0"/>
                  </a:cubicBezTo>
                  <a:close/>
                </a:path>
              </a:pathLst>
            </a:custGeom>
            <a:solidFill>
              <a:srgbClr val="6B7A8F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5710684" y="1828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28600" y="0"/>
                  </a:lnTo>
                  <a:cubicBezTo>
                    <a:pt x="354768" y="0"/>
                    <a:pt x="457200" y="102432"/>
                    <a:pt x="457200" y="228600"/>
                  </a:cubicBezTo>
                  <a:lnTo>
                    <a:pt x="457200" y="228600"/>
                  </a:lnTo>
                  <a:cubicBezTo>
                    <a:pt x="457200" y="354768"/>
                    <a:pt x="354768" y="457200"/>
                    <a:pt x="228600" y="457200"/>
                  </a:cubicBezTo>
                  <a:lnTo>
                    <a:pt x="228600" y="457200"/>
                  </a:lnTo>
                  <a:cubicBezTo>
                    <a:pt x="102432" y="457200"/>
                    <a:pt x="0" y="354768"/>
                    <a:pt x="0" y="228600"/>
                  </a:cubicBezTo>
                  <a:lnTo>
                    <a:pt x="0" y="228600"/>
                  </a:lnTo>
                  <a:cubicBezTo>
                    <a:pt x="0" y="102432"/>
                    <a:pt x="102432" y="0"/>
                    <a:pt x="22860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5844034" y="19621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78631" y="71438"/>
                  </a:moveTo>
                  <a:lnTo>
                    <a:pt x="181570" y="71438"/>
                  </a:lnTo>
                  <a:cubicBezTo>
                    <a:pt x="186519" y="71438"/>
                    <a:pt x="190500" y="67456"/>
                    <a:pt x="190500" y="62508"/>
                  </a:cubicBezTo>
                  <a:lnTo>
                    <a:pt x="190500" y="8930"/>
                  </a:lnTo>
                  <a:cubicBezTo>
                    <a:pt x="190500" y="5321"/>
                    <a:pt x="188342" y="2046"/>
                    <a:pt x="184993" y="670"/>
                  </a:cubicBezTo>
                  <a:cubicBezTo>
                    <a:pt x="181645" y="-707"/>
                    <a:pt x="177812" y="74"/>
                    <a:pt x="175245" y="2604"/>
                  </a:cubicBezTo>
                  <a:lnTo>
                    <a:pt x="156009" y="21878"/>
                  </a:lnTo>
                  <a:cubicBezTo>
                    <a:pt x="139526" y="8223"/>
                    <a:pt x="118318" y="0"/>
                    <a:pt x="95250" y="0"/>
                  </a:cubicBezTo>
                  <a:cubicBezTo>
                    <a:pt x="47253" y="0"/>
                    <a:pt x="7553" y="35496"/>
                    <a:pt x="967" y="81669"/>
                  </a:cubicBezTo>
                  <a:cubicBezTo>
                    <a:pt x="37" y="88181"/>
                    <a:pt x="4539" y="94208"/>
                    <a:pt x="11050" y="95138"/>
                  </a:cubicBezTo>
                  <a:cubicBezTo>
                    <a:pt x="17562" y="96069"/>
                    <a:pt x="23589" y="91529"/>
                    <a:pt x="24519" y="85055"/>
                  </a:cubicBezTo>
                  <a:cubicBezTo>
                    <a:pt x="29468" y="50416"/>
                    <a:pt x="59271" y="23812"/>
                    <a:pt x="95250" y="23812"/>
                  </a:cubicBezTo>
                  <a:cubicBezTo>
                    <a:pt x="111770" y="23812"/>
                    <a:pt x="126950" y="29394"/>
                    <a:pt x="139043" y="38807"/>
                  </a:cubicBezTo>
                  <a:lnTo>
                    <a:pt x="121667" y="56183"/>
                  </a:lnTo>
                  <a:cubicBezTo>
                    <a:pt x="119100" y="58750"/>
                    <a:pt x="118356" y="62582"/>
                    <a:pt x="119732" y="65931"/>
                  </a:cubicBezTo>
                  <a:cubicBezTo>
                    <a:pt x="121109" y="69279"/>
                    <a:pt x="124383" y="71438"/>
                    <a:pt x="127992" y="71438"/>
                  </a:cubicBezTo>
                  <a:lnTo>
                    <a:pt x="178631" y="71438"/>
                  </a:lnTo>
                  <a:close/>
                  <a:moveTo>
                    <a:pt x="189570" y="108831"/>
                  </a:moveTo>
                  <a:cubicBezTo>
                    <a:pt x="190500" y="102319"/>
                    <a:pt x="185961" y="96292"/>
                    <a:pt x="179487" y="95362"/>
                  </a:cubicBezTo>
                  <a:cubicBezTo>
                    <a:pt x="173013" y="94431"/>
                    <a:pt x="166948" y="98971"/>
                    <a:pt x="166018" y="105445"/>
                  </a:cubicBezTo>
                  <a:cubicBezTo>
                    <a:pt x="161069" y="140047"/>
                    <a:pt x="131266" y="166650"/>
                    <a:pt x="95287" y="166650"/>
                  </a:cubicBezTo>
                  <a:cubicBezTo>
                    <a:pt x="78767" y="166650"/>
                    <a:pt x="63587" y="161069"/>
                    <a:pt x="51495" y="151656"/>
                  </a:cubicBezTo>
                  <a:lnTo>
                    <a:pt x="68833" y="134317"/>
                  </a:lnTo>
                  <a:cubicBezTo>
                    <a:pt x="71400" y="131750"/>
                    <a:pt x="72144" y="127918"/>
                    <a:pt x="70768" y="124569"/>
                  </a:cubicBezTo>
                  <a:cubicBezTo>
                    <a:pt x="69391" y="121221"/>
                    <a:pt x="66117" y="119063"/>
                    <a:pt x="62508" y="119063"/>
                  </a:cubicBezTo>
                  <a:lnTo>
                    <a:pt x="8930" y="119063"/>
                  </a:lnTo>
                  <a:cubicBezTo>
                    <a:pt x="3981" y="119063"/>
                    <a:pt x="0" y="123044"/>
                    <a:pt x="0" y="127992"/>
                  </a:cubicBezTo>
                  <a:lnTo>
                    <a:pt x="0" y="181570"/>
                  </a:lnTo>
                  <a:cubicBezTo>
                    <a:pt x="0" y="185179"/>
                    <a:pt x="2158" y="188454"/>
                    <a:pt x="5507" y="189830"/>
                  </a:cubicBezTo>
                  <a:cubicBezTo>
                    <a:pt x="8855" y="191207"/>
                    <a:pt x="12688" y="190426"/>
                    <a:pt x="15255" y="187896"/>
                  </a:cubicBezTo>
                  <a:lnTo>
                    <a:pt x="34528" y="168622"/>
                  </a:lnTo>
                  <a:cubicBezTo>
                    <a:pt x="50974" y="182277"/>
                    <a:pt x="72182" y="190500"/>
                    <a:pt x="95250" y="190500"/>
                  </a:cubicBezTo>
                  <a:cubicBezTo>
                    <a:pt x="143247" y="190500"/>
                    <a:pt x="182947" y="155004"/>
                    <a:pt x="189533" y="108831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6282184" y="1924050"/>
              <a:ext cx="10191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Oranienbaum" pitchFamily="34" charset="0"/>
                  <a:ea typeface="Oranienbaum" pitchFamily="34" charset="-122"/>
                  <a:cs typeface="Oranienbaum" pitchFamily="34" charset="-120"/>
                </a:rPr>
                <a:t>Sinkronisasi</a:t>
              </a:r>
              <a:endParaRPr lang="en-US" sz="16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710684" y="2438400"/>
              <a:ext cx="2114550" cy="1238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Data masuk ke </a:t>
              </a:r>
              <a:r>
                <a:rPr lang="en-US" sz="12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Dashboard Pusat</a:t>
              </a:r>
              <a:r>
                <a:rPr lang="en-US" sz="120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untuk divalidasi oleh tim verifikator data nasional/daerah.</a:t>
              </a:r>
              <a:endParaRPr lang="en-US" sz="16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5710684" y="3829050"/>
              <a:ext cx="2038350" cy="342900"/>
            </a:xfrm>
            <a:custGeom>
              <a:avLst/>
              <a:gdLst/>
              <a:ahLst/>
              <a:cxnLst/>
              <a:rect l="l" t="t" r="r" b="b"/>
              <a:pathLst>
                <a:path w="2038350" h="342900">
                  <a:moveTo>
                    <a:pt x="76199" y="0"/>
                  </a:moveTo>
                  <a:lnTo>
                    <a:pt x="1962151" y="0"/>
                  </a:lnTo>
                  <a:cubicBezTo>
                    <a:pt x="2004234" y="0"/>
                    <a:pt x="2038350" y="34116"/>
                    <a:pt x="2038350" y="76199"/>
                  </a:cubicBezTo>
                  <a:lnTo>
                    <a:pt x="2038350" y="266701"/>
                  </a:lnTo>
                  <a:cubicBezTo>
                    <a:pt x="2038350" y="308784"/>
                    <a:pt x="2004234" y="342900"/>
                    <a:pt x="1962151" y="342900"/>
                  </a:cubicBezTo>
                  <a:lnTo>
                    <a:pt x="76199" y="342900"/>
                  </a:lnTo>
                  <a:cubicBezTo>
                    <a:pt x="34144" y="342900"/>
                    <a:pt x="0" y="308756"/>
                    <a:pt x="0" y="2667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5710684" y="3829050"/>
              <a:ext cx="2105025" cy="342900"/>
            </a:xfrm>
            <a:prstGeom prst="rect">
              <a:avLst/>
            </a:prstGeom>
            <a:noFill/>
            <a:ln/>
          </p:spPr>
          <p:txBody>
            <a:bodyPr wrap="square" lIns="114300" tIns="76200" rIns="114300" bIns="7620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Proses:</a:t>
              </a:r>
              <a:r>
                <a:rPr lang="en-US" sz="105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Validasi silang</a:t>
              </a:r>
              <a:endParaRPr lang="en-US" sz="16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710684" y="4248150"/>
              <a:ext cx="2038350" cy="342900"/>
            </a:xfrm>
            <a:custGeom>
              <a:avLst/>
              <a:gdLst/>
              <a:ahLst/>
              <a:cxnLst/>
              <a:rect l="l" t="t" r="r" b="b"/>
              <a:pathLst>
                <a:path w="2038350" h="342900">
                  <a:moveTo>
                    <a:pt x="76199" y="0"/>
                  </a:moveTo>
                  <a:lnTo>
                    <a:pt x="1962151" y="0"/>
                  </a:lnTo>
                  <a:cubicBezTo>
                    <a:pt x="2004234" y="0"/>
                    <a:pt x="2038350" y="34116"/>
                    <a:pt x="2038350" y="76199"/>
                  </a:cubicBezTo>
                  <a:lnTo>
                    <a:pt x="2038350" y="266701"/>
                  </a:lnTo>
                  <a:cubicBezTo>
                    <a:pt x="2038350" y="308784"/>
                    <a:pt x="2004234" y="342900"/>
                    <a:pt x="1962151" y="342900"/>
                  </a:cubicBezTo>
                  <a:lnTo>
                    <a:pt x="76199" y="342900"/>
                  </a:lnTo>
                  <a:cubicBezTo>
                    <a:pt x="34144" y="342900"/>
                    <a:pt x="0" y="308756"/>
                    <a:pt x="0" y="2667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5710684" y="4248150"/>
              <a:ext cx="2105025" cy="342900"/>
            </a:xfrm>
            <a:prstGeom prst="rect">
              <a:avLst/>
            </a:prstGeom>
            <a:noFill/>
            <a:ln/>
          </p:spPr>
          <p:txBody>
            <a:bodyPr wrap="square" lIns="114300" tIns="76200" rIns="114300" bIns="7620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Tim:</a:t>
              </a:r>
              <a:r>
                <a:rPr lang="en-US" sz="105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Verifikator data</a:t>
              </a:r>
              <a:endParaRPr lang="en-US" sz="1600" dirty="0"/>
            </a:p>
          </p:txBody>
        </p:sp>
      </p:grpSp>
      <p:sp>
        <p:nvSpPr>
          <p:cNvPr id="32" name="Shape 30"/>
          <p:cNvSpPr/>
          <p:nvPr/>
        </p:nvSpPr>
        <p:spPr>
          <a:xfrm>
            <a:off x="400050" y="4895847"/>
            <a:ext cx="7534275" cy="1866900"/>
          </a:xfrm>
          <a:custGeom>
            <a:avLst/>
            <a:gdLst/>
            <a:ahLst/>
            <a:cxnLst/>
            <a:rect l="l" t="t" r="r" b="b"/>
            <a:pathLst>
              <a:path w="7534275" h="1866900">
                <a:moveTo>
                  <a:pt x="38100" y="0"/>
                </a:moveTo>
                <a:lnTo>
                  <a:pt x="7419983" y="0"/>
                </a:lnTo>
                <a:cubicBezTo>
                  <a:pt x="7483105" y="0"/>
                  <a:pt x="7534275" y="51170"/>
                  <a:pt x="7534275" y="114292"/>
                </a:cubicBezTo>
                <a:lnTo>
                  <a:pt x="7534275" y="1752608"/>
                </a:lnTo>
                <a:cubicBezTo>
                  <a:pt x="7534275" y="1815730"/>
                  <a:pt x="7483105" y="1866900"/>
                  <a:pt x="7419983" y="1866900"/>
                </a:cubicBez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AC">
              <a:alpha val="5098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00050" y="4895847"/>
            <a:ext cx="38100" cy="1866900"/>
          </a:xfrm>
          <a:custGeom>
            <a:avLst/>
            <a:gdLst/>
            <a:ahLst/>
            <a:cxnLst/>
            <a:rect l="l" t="t" r="r" b="b"/>
            <a:pathLst>
              <a:path w="38100" h="1866900">
                <a:moveTo>
                  <a:pt x="38100" y="0"/>
                </a:moveTo>
                <a:lnTo>
                  <a:pt x="38100" y="0"/>
                </a:lnTo>
                <a:lnTo>
                  <a:pt x="38100" y="1866900"/>
                </a:ln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34" name="Text 32"/>
          <p:cNvSpPr/>
          <p:nvPr/>
        </p:nvSpPr>
        <p:spPr>
          <a:xfrm>
            <a:off x="609600" y="5086347"/>
            <a:ext cx="7229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Detail Upload Bukti Fisik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7700" y="5505447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" y="5467347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Foto C1 Hasil (Plano)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6984" y="581024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38" name="Text 36"/>
          <p:cNvSpPr/>
          <p:nvPr/>
        </p:nvSpPr>
        <p:spPr>
          <a:xfrm>
            <a:off x="852488" y="5772147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Lembar C1 yang sudah ditandatangani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6984" y="609599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40" name="Text 38"/>
          <p:cNvSpPr/>
          <p:nvPr/>
        </p:nvSpPr>
        <p:spPr>
          <a:xfrm>
            <a:off x="852488" y="6057897"/>
            <a:ext cx="239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Menampilkan hasil perolehan suara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6984" y="638174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42" name="Text 40"/>
          <p:cNvSpPr/>
          <p:nvPr/>
        </p:nvSpPr>
        <p:spPr>
          <a:xfrm>
            <a:off x="852488" y="6343647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Bukti resmi dari KPPS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54401" y="5505447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40481" y="38100"/>
                </a:moveTo>
                <a:cubicBezTo>
                  <a:pt x="40481" y="18386"/>
                  <a:pt x="56486" y="2381"/>
                  <a:pt x="76200" y="2381"/>
                </a:cubicBezTo>
                <a:cubicBezTo>
                  <a:pt x="95914" y="2381"/>
                  <a:pt x="111919" y="18386"/>
                  <a:pt x="111919" y="38100"/>
                </a:cubicBezTo>
                <a:cubicBezTo>
                  <a:pt x="111919" y="57814"/>
                  <a:pt x="95914" y="73819"/>
                  <a:pt x="76200" y="73819"/>
                </a:cubicBezTo>
                <a:cubicBezTo>
                  <a:pt x="56486" y="73819"/>
                  <a:pt x="40481" y="57814"/>
                  <a:pt x="40481" y="38100"/>
                </a:cubicBezTo>
                <a:close/>
                <a:moveTo>
                  <a:pt x="14288" y="143560"/>
                </a:moveTo>
                <a:cubicBezTo>
                  <a:pt x="14288" y="114240"/>
                  <a:pt x="38040" y="90488"/>
                  <a:pt x="67360" y="90488"/>
                </a:cubicBezTo>
                <a:lnTo>
                  <a:pt x="85040" y="90488"/>
                </a:lnTo>
                <a:cubicBezTo>
                  <a:pt x="114360" y="90488"/>
                  <a:pt x="138113" y="114240"/>
                  <a:pt x="138113" y="143560"/>
                </a:cubicBezTo>
                <a:cubicBezTo>
                  <a:pt x="138113" y="148441"/>
                  <a:pt x="134154" y="152400"/>
                  <a:pt x="129272" y="152400"/>
                </a:cubicBezTo>
                <a:lnTo>
                  <a:pt x="23128" y="152400"/>
                </a:lnTo>
                <a:cubicBezTo>
                  <a:pt x="18246" y="152400"/>
                  <a:pt x="14288" y="148441"/>
                  <a:pt x="14288" y="143560"/>
                </a:cubicBezTo>
                <a:close/>
                <a:moveTo>
                  <a:pt x="182285" y="39499"/>
                </a:moveTo>
                <a:lnTo>
                  <a:pt x="158472" y="77599"/>
                </a:lnTo>
                <a:cubicBezTo>
                  <a:pt x="157222" y="79593"/>
                  <a:pt x="155079" y="80843"/>
                  <a:pt x="152727" y="80962"/>
                </a:cubicBezTo>
                <a:cubicBezTo>
                  <a:pt x="150376" y="81082"/>
                  <a:pt x="148114" y="80010"/>
                  <a:pt x="146715" y="78105"/>
                </a:cubicBezTo>
                <a:lnTo>
                  <a:pt x="132427" y="59055"/>
                </a:lnTo>
                <a:cubicBezTo>
                  <a:pt x="130046" y="55900"/>
                  <a:pt x="130701" y="51435"/>
                  <a:pt x="133856" y="49054"/>
                </a:cubicBezTo>
                <a:cubicBezTo>
                  <a:pt x="137011" y="46673"/>
                  <a:pt x="141476" y="47327"/>
                  <a:pt x="143857" y="50483"/>
                </a:cubicBezTo>
                <a:lnTo>
                  <a:pt x="151894" y="61198"/>
                </a:lnTo>
                <a:lnTo>
                  <a:pt x="170170" y="31939"/>
                </a:lnTo>
                <a:cubicBezTo>
                  <a:pt x="172254" y="28605"/>
                  <a:pt x="176659" y="27563"/>
                  <a:pt x="180023" y="29676"/>
                </a:cubicBezTo>
                <a:cubicBezTo>
                  <a:pt x="183386" y="31790"/>
                  <a:pt x="184398" y="36165"/>
                  <a:pt x="182285" y="39529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44" name="Text 42"/>
          <p:cNvSpPr/>
          <p:nvPr/>
        </p:nvSpPr>
        <p:spPr>
          <a:xfrm>
            <a:off x="4444901" y="5467347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Selfie Terakhir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281785" y="581024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46" name="Text 44"/>
          <p:cNvSpPr/>
          <p:nvPr/>
        </p:nvSpPr>
        <p:spPr>
          <a:xfrm>
            <a:off x="4497288" y="5772147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Latar belakang proses penghitungan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281785" y="609599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48" name="Text 46"/>
          <p:cNvSpPr/>
          <p:nvPr/>
        </p:nvSpPr>
        <p:spPr>
          <a:xfrm>
            <a:off x="4497288" y="6057897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Bukti validitas kehadiran hingga akhir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281785" y="638174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50" name="Text 48"/>
          <p:cNvSpPr/>
          <p:nvPr/>
        </p:nvSpPr>
        <p:spPr>
          <a:xfrm>
            <a:off x="4497288" y="6343647"/>
            <a:ext cx="2562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Dengan metadata GPS dan timestamp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47000" y="1638300"/>
            <a:ext cx="3667125" cy="3505200"/>
          </a:xfrm>
          <a:custGeom>
            <a:avLst/>
            <a:gdLst/>
            <a:ahLst/>
            <a:cxnLst/>
            <a:rect l="l" t="t" r="r" b="b"/>
            <a:pathLst>
              <a:path w="3667125" h="3505200">
                <a:moveTo>
                  <a:pt x="38100" y="0"/>
                </a:moveTo>
                <a:lnTo>
                  <a:pt x="3552820" y="0"/>
                </a:lnTo>
                <a:cubicBezTo>
                  <a:pt x="3615949" y="0"/>
                  <a:pt x="3667125" y="51176"/>
                  <a:pt x="3667125" y="114305"/>
                </a:cubicBezTo>
                <a:lnTo>
                  <a:pt x="3667125" y="3390895"/>
                </a:lnTo>
                <a:cubicBezTo>
                  <a:pt x="3667125" y="3454024"/>
                  <a:pt x="3615949" y="3505200"/>
                  <a:pt x="3552820" y="3505200"/>
                </a:cubicBezTo>
                <a:lnTo>
                  <a:pt x="38100" y="3505200"/>
                </a:lnTo>
                <a:cubicBezTo>
                  <a:pt x="17072" y="3505200"/>
                  <a:pt x="0" y="3488128"/>
                  <a:pt x="0" y="3467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8F">
              <a:alpha val="5098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47000" y="1638300"/>
            <a:ext cx="38100" cy="3505200"/>
          </a:xfrm>
          <a:custGeom>
            <a:avLst/>
            <a:gdLst/>
            <a:ahLst/>
            <a:cxnLst/>
            <a:rect l="l" t="t" r="r" b="b"/>
            <a:pathLst>
              <a:path w="38100" h="3505200">
                <a:moveTo>
                  <a:pt x="38100" y="0"/>
                </a:moveTo>
                <a:lnTo>
                  <a:pt x="38100" y="0"/>
                </a:lnTo>
                <a:lnTo>
                  <a:pt x="38100" y="3505200"/>
                </a:lnTo>
                <a:lnTo>
                  <a:pt x="38100" y="3505200"/>
                </a:lnTo>
                <a:cubicBezTo>
                  <a:pt x="17072" y="3505200"/>
                  <a:pt x="0" y="3488128"/>
                  <a:pt x="0" y="3467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53" name="Text 51"/>
          <p:cNvSpPr/>
          <p:nvPr/>
        </p:nvSpPr>
        <p:spPr>
          <a:xfrm>
            <a:off x="8356550" y="2009775"/>
            <a:ext cx="3362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 yang Diinput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361313" y="2433638"/>
            <a:ext cx="3257550" cy="695325"/>
          </a:xfrm>
          <a:custGeom>
            <a:avLst/>
            <a:gdLst/>
            <a:ahLst/>
            <a:cxnLst/>
            <a:rect l="l" t="t" r="r" b="b"/>
            <a:pathLst>
              <a:path w="3257550" h="695325">
                <a:moveTo>
                  <a:pt x="76201" y="0"/>
                </a:moveTo>
                <a:lnTo>
                  <a:pt x="3181349" y="0"/>
                </a:lnTo>
                <a:cubicBezTo>
                  <a:pt x="3223434" y="0"/>
                  <a:pt x="3257550" y="34116"/>
                  <a:pt x="3257550" y="76201"/>
                </a:cubicBezTo>
                <a:lnTo>
                  <a:pt x="3257550" y="619124"/>
                </a:lnTo>
                <a:cubicBezTo>
                  <a:pt x="3257550" y="661209"/>
                  <a:pt x="3223434" y="695325"/>
                  <a:pt x="318134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6B7A8F">
                <a:alpha val="20000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480375" y="2552700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Suara Klien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334601" y="2590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7" name="Text 55"/>
          <p:cNvSpPr/>
          <p:nvPr/>
        </p:nvSpPr>
        <p:spPr>
          <a:xfrm>
            <a:off x="8480375" y="2819400"/>
            <a:ext cx="3086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perolehan suara untuk klien/caleg tertentu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361313" y="3252788"/>
            <a:ext cx="3257550" cy="695325"/>
          </a:xfrm>
          <a:custGeom>
            <a:avLst/>
            <a:gdLst/>
            <a:ahLst/>
            <a:cxnLst/>
            <a:rect l="l" t="t" r="r" b="b"/>
            <a:pathLst>
              <a:path w="3257550" h="695325">
                <a:moveTo>
                  <a:pt x="76201" y="0"/>
                </a:moveTo>
                <a:lnTo>
                  <a:pt x="3181349" y="0"/>
                </a:lnTo>
                <a:cubicBezTo>
                  <a:pt x="3223434" y="0"/>
                  <a:pt x="3257550" y="34116"/>
                  <a:pt x="3257550" y="76201"/>
                </a:cubicBezTo>
                <a:lnTo>
                  <a:pt x="3257550" y="619124"/>
                </a:lnTo>
                <a:cubicBezTo>
                  <a:pt x="3257550" y="661209"/>
                  <a:pt x="3223434" y="695325"/>
                  <a:pt x="318134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6B7A8F">
                <a:alpha val="20000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80375" y="3371850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Suara Sah Total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315551" y="34099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28575"/>
                </a:moveTo>
                <a:cubicBezTo>
                  <a:pt x="28575" y="18068"/>
                  <a:pt x="37118" y="9525"/>
                  <a:pt x="47625" y="9525"/>
                </a:cubicBezTo>
                <a:lnTo>
                  <a:pt x="123825" y="9525"/>
                </a:lnTo>
                <a:cubicBezTo>
                  <a:pt x="134332" y="9525"/>
                  <a:pt x="142875" y="18068"/>
                  <a:pt x="142875" y="28575"/>
                </a:cubicBezTo>
                <a:lnTo>
                  <a:pt x="142875" y="95250"/>
                </a:lnTo>
                <a:cubicBezTo>
                  <a:pt x="142875" y="105757"/>
                  <a:pt x="134332" y="114300"/>
                  <a:pt x="123825" y="114300"/>
                </a:cubicBezTo>
                <a:lnTo>
                  <a:pt x="47625" y="114300"/>
                </a:lnTo>
                <a:cubicBezTo>
                  <a:pt x="37118" y="114300"/>
                  <a:pt x="28575" y="105757"/>
                  <a:pt x="28575" y="95250"/>
                </a:cubicBezTo>
                <a:lnTo>
                  <a:pt x="28575" y="28575"/>
                </a:lnTo>
                <a:close/>
                <a:moveTo>
                  <a:pt x="108555" y="34409"/>
                </a:moveTo>
                <a:cubicBezTo>
                  <a:pt x="105221" y="32325"/>
                  <a:pt x="100816" y="33338"/>
                  <a:pt x="98703" y="36671"/>
                </a:cubicBezTo>
                <a:lnTo>
                  <a:pt x="80427" y="65931"/>
                </a:lnTo>
                <a:lnTo>
                  <a:pt x="72390" y="55215"/>
                </a:lnTo>
                <a:cubicBezTo>
                  <a:pt x="70009" y="52060"/>
                  <a:pt x="65544" y="51405"/>
                  <a:pt x="62389" y="53786"/>
                </a:cubicBezTo>
                <a:cubicBezTo>
                  <a:pt x="59234" y="56168"/>
                  <a:pt x="58579" y="60633"/>
                  <a:pt x="60960" y="63788"/>
                </a:cubicBezTo>
                <a:lnTo>
                  <a:pt x="75248" y="82838"/>
                </a:lnTo>
                <a:cubicBezTo>
                  <a:pt x="76646" y="84713"/>
                  <a:pt x="78909" y="85785"/>
                  <a:pt x="81260" y="85695"/>
                </a:cubicBezTo>
                <a:cubicBezTo>
                  <a:pt x="83612" y="85606"/>
                  <a:pt x="85755" y="84356"/>
                  <a:pt x="87005" y="82332"/>
                </a:cubicBezTo>
                <a:lnTo>
                  <a:pt x="110817" y="44232"/>
                </a:lnTo>
                <a:cubicBezTo>
                  <a:pt x="112901" y="40898"/>
                  <a:pt x="111889" y="36493"/>
                  <a:pt x="108555" y="34379"/>
                </a:cubicBezTo>
                <a:close/>
                <a:moveTo>
                  <a:pt x="14288" y="92869"/>
                </a:moveTo>
                <a:lnTo>
                  <a:pt x="14288" y="123825"/>
                </a:lnTo>
                <a:cubicBezTo>
                  <a:pt x="14288" y="126444"/>
                  <a:pt x="16431" y="128588"/>
                  <a:pt x="19050" y="128588"/>
                </a:cubicBezTo>
                <a:lnTo>
                  <a:pt x="152400" y="128588"/>
                </a:lnTo>
                <a:cubicBezTo>
                  <a:pt x="155019" y="128588"/>
                  <a:pt x="157163" y="126444"/>
                  <a:pt x="157163" y="123825"/>
                </a:cubicBezTo>
                <a:lnTo>
                  <a:pt x="157163" y="92869"/>
                </a:lnTo>
                <a:cubicBezTo>
                  <a:pt x="157163" y="88910"/>
                  <a:pt x="160347" y="85725"/>
                  <a:pt x="164306" y="85725"/>
                </a:cubicBezTo>
                <a:cubicBezTo>
                  <a:pt x="168265" y="85725"/>
                  <a:pt x="171450" y="88910"/>
                  <a:pt x="171450" y="92869"/>
                </a:cubicBezTo>
                <a:lnTo>
                  <a:pt x="171450" y="123825"/>
                </a:lnTo>
                <a:cubicBezTo>
                  <a:pt x="171450" y="134332"/>
                  <a:pt x="162907" y="142875"/>
                  <a:pt x="1524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92869"/>
                </a:lnTo>
                <a:cubicBezTo>
                  <a:pt x="0" y="88910"/>
                  <a:pt x="3185" y="85725"/>
                  <a:pt x="7144" y="85725"/>
                </a:cubicBezTo>
                <a:cubicBezTo>
                  <a:pt x="11103" y="85725"/>
                  <a:pt x="14288" y="88910"/>
                  <a:pt x="14288" y="92869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61" name="Text 59"/>
          <p:cNvSpPr/>
          <p:nvPr/>
        </p:nvSpPr>
        <p:spPr>
          <a:xfrm>
            <a:off x="8480375" y="3638550"/>
            <a:ext cx="3086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Jumlah seluruh suara sah di TPS tersebut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361313" y="4071938"/>
            <a:ext cx="3257550" cy="695325"/>
          </a:xfrm>
          <a:custGeom>
            <a:avLst/>
            <a:gdLst/>
            <a:ahLst/>
            <a:cxnLst/>
            <a:rect l="l" t="t" r="r" b="b"/>
            <a:pathLst>
              <a:path w="3257550" h="695325">
                <a:moveTo>
                  <a:pt x="76201" y="0"/>
                </a:moveTo>
                <a:lnTo>
                  <a:pt x="3181349" y="0"/>
                </a:lnTo>
                <a:cubicBezTo>
                  <a:pt x="3223434" y="0"/>
                  <a:pt x="3257550" y="34116"/>
                  <a:pt x="3257550" y="76201"/>
                </a:cubicBezTo>
                <a:lnTo>
                  <a:pt x="3257550" y="619124"/>
                </a:lnTo>
                <a:cubicBezTo>
                  <a:pt x="3257550" y="661209"/>
                  <a:pt x="3223434" y="695325"/>
                  <a:pt x="318134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6B7A8F">
                <a:alpha val="20000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8480375" y="4191000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Suara Tidak Sah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1325076" y="4229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65" name="Text 63"/>
          <p:cNvSpPr/>
          <p:nvPr/>
        </p:nvSpPr>
        <p:spPr>
          <a:xfrm>
            <a:off x="8480375" y="4457700"/>
            <a:ext cx="3086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Jumlah suara rusak atau tidak valid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127950" y="5266264"/>
            <a:ext cx="3686175" cy="1504950"/>
          </a:xfrm>
          <a:custGeom>
            <a:avLst/>
            <a:gdLst/>
            <a:ahLst/>
            <a:cxnLst/>
            <a:rect l="l" t="t" r="r" b="b"/>
            <a:pathLst>
              <a:path w="3686175" h="1504950">
                <a:moveTo>
                  <a:pt x="114301" y="0"/>
                </a:moveTo>
                <a:lnTo>
                  <a:pt x="3571874" y="0"/>
                </a:lnTo>
                <a:cubicBezTo>
                  <a:pt x="3635001" y="0"/>
                  <a:pt x="3686175" y="51174"/>
                  <a:pt x="3686175" y="114301"/>
                </a:cubicBezTo>
                <a:lnTo>
                  <a:pt x="3686175" y="1390649"/>
                </a:lnTo>
                <a:cubicBezTo>
                  <a:pt x="3686175" y="1453776"/>
                  <a:pt x="3635001" y="1504950"/>
                  <a:pt x="3571874" y="1504950"/>
                </a:cubicBezTo>
                <a:lnTo>
                  <a:pt x="114301" y="1504950"/>
                </a:lnTo>
                <a:cubicBezTo>
                  <a:pt x="51174" y="1504950"/>
                  <a:pt x="0" y="1453776"/>
                  <a:pt x="0" y="13906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67" name="Text 65"/>
          <p:cNvSpPr/>
          <p:nvPr/>
        </p:nvSpPr>
        <p:spPr>
          <a:xfrm>
            <a:off x="8318450" y="5456764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Quick Tabulation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318450" y="5837764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 memungkinkan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count cepat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untuk memberikan gambaran awal hasil pemilu sebelum data resmi keluar.</a:t>
            </a:r>
            <a:endParaRPr lang="en-US" sz="1600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EDDC1A6A-FA5C-4846-AECF-3718E2BB7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492" y="231937"/>
            <a:ext cx="1188633" cy="11614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54" y="342954"/>
            <a:ext cx="1157468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kern="0" spc="54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TAHAP 4 • MONITORING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2954" y="617316"/>
            <a:ext cx="11711865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41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Pengawalan &amp; Pelaporan Kecurangan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2954" y="1097451"/>
            <a:ext cx="11583257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 real-time untuk melaporkan dan menindaklanjuti pelanggaran pemilu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2954" y="1474700"/>
            <a:ext cx="5650160" cy="2263494"/>
          </a:xfrm>
          <a:custGeom>
            <a:avLst/>
            <a:gdLst/>
            <a:ahLst/>
            <a:cxnLst/>
            <a:rect l="l" t="t" r="r" b="b"/>
            <a:pathLst>
              <a:path w="5650160" h="2263494">
                <a:moveTo>
                  <a:pt x="102876" y="0"/>
                </a:moveTo>
                <a:lnTo>
                  <a:pt x="5547285" y="0"/>
                </a:lnTo>
                <a:cubicBezTo>
                  <a:pt x="5604101" y="0"/>
                  <a:pt x="5650160" y="46059"/>
                  <a:pt x="5650160" y="102876"/>
                </a:cubicBezTo>
                <a:lnTo>
                  <a:pt x="5650160" y="2160618"/>
                </a:lnTo>
                <a:cubicBezTo>
                  <a:pt x="5650160" y="2217435"/>
                  <a:pt x="5604101" y="2263494"/>
                  <a:pt x="5547285" y="2263494"/>
                </a:cubicBezTo>
                <a:lnTo>
                  <a:pt x="102876" y="2263494"/>
                </a:lnTo>
                <a:cubicBezTo>
                  <a:pt x="46059" y="2263494"/>
                  <a:pt x="0" y="2217435"/>
                  <a:pt x="0" y="2160618"/>
                </a:cubicBezTo>
                <a:lnTo>
                  <a:pt x="0" y="102876"/>
                </a:lnTo>
                <a:cubicBezTo>
                  <a:pt x="0" y="46059"/>
                  <a:pt x="46059" y="0"/>
                  <a:pt x="102876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6" name="Shape 4"/>
          <p:cNvSpPr/>
          <p:nvPr/>
        </p:nvSpPr>
        <p:spPr>
          <a:xfrm>
            <a:off x="548726" y="1680473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240068" y="0"/>
                </a:moveTo>
                <a:lnTo>
                  <a:pt x="240068" y="0"/>
                </a:lnTo>
                <a:cubicBezTo>
                  <a:pt x="372653" y="0"/>
                  <a:pt x="480135" y="107482"/>
                  <a:pt x="480135" y="240068"/>
                </a:cubicBezTo>
                <a:lnTo>
                  <a:pt x="480135" y="240068"/>
                </a:lnTo>
                <a:cubicBezTo>
                  <a:pt x="480135" y="372653"/>
                  <a:pt x="372653" y="480135"/>
                  <a:pt x="240068" y="480135"/>
                </a:cubicBezTo>
                <a:lnTo>
                  <a:pt x="240068" y="480135"/>
                </a:lnTo>
                <a:cubicBezTo>
                  <a:pt x="107482" y="480135"/>
                  <a:pt x="0" y="372653"/>
                  <a:pt x="0" y="240068"/>
                </a:cubicBezTo>
                <a:lnTo>
                  <a:pt x="0" y="240068"/>
                </a:lnTo>
                <a:cubicBezTo>
                  <a:pt x="0" y="107482"/>
                  <a:pt x="107482" y="0"/>
                  <a:pt x="2400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907" y="1817654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102886" y="0"/>
                </a:moveTo>
                <a:cubicBezTo>
                  <a:pt x="108794" y="0"/>
                  <a:pt x="114220" y="3255"/>
                  <a:pt x="117033" y="8440"/>
                </a:cubicBezTo>
                <a:lnTo>
                  <a:pt x="203843" y="169199"/>
                </a:lnTo>
                <a:cubicBezTo>
                  <a:pt x="206536" y="174183"/>
                  <a:pt x="206415" y="180211"/>
                  <a:pt x="203522" y="185074"/>
                </a:cubicBezTo>
                <a:cubicBezTo>
                  <a:pt x="200628" y="189937"/>
                  <a:pt x="195363" y="192911"/>
                  <a:pt x="189696" y="192911"/>
                </a:cubicBezTo>
                <a:lnTo>
                  <a:pt x="16076" y="192911"/>
                </a:lnTo>
                <a:cubicBezTo>
                  <a:pt x="10409" y="192911"/>
                  <a:pt x="5184" y="189937"/>
                  <a:pt x="2251" y="185074"/>
                </a:cubicBezTo>
                <a:cubicBezTo>
                  <a:pt x="-683" y="180211"/>
                  <a:pt x="-764" y="174183"/>
                  <a:pt x="1929" y="169199"/>
                </a:cubicBezTo>
                <a:lnTo>
                  <a:pt x="88739" y="8440"/>
                </a:lnTo>
                <a:cubicBezTo>
                  <a:pt x="91553" y="3255"/>
                  <a:pt x="96978" y="0"/>
                  <a:pt x="102886" y="0"/>
                </a:cubicBezTo>
                <a:close/>
                <a:moveTo>
                  <a:pt x="102886" y="67519"/>
                </a:moveTo>
                <a:cubicBezTo>
                  <a:pt x="97541" y="67519"/>
                  <a:pt x="93241" y="71819"/>
                  <a:pt x="93241" y="77165"/>
                </a:cubicBezTo>
                <a:lnTo>
                  <a:pt x="93241" y="122177"/>
                </a:lnTo>
                <a:cubicBezTo>
                  <a:pt x="93241" y="127522"/>
                  <a:pt x="97541" y="131823"/>
                  <a:pt x="102886" y="131823"/>
                </a:cubicBezTo>
                <a:cubicBezTo>
                  <a:pt x="108231" y="131823"/>
                  <a:pt x="112532" y="127522"/>
                  <a:pt x="112532" y="122177"/>
                </a:cubicBezTo>
                <a:lnTo>
                  <a:pt x="112532" y="77165"/>
                </a:lnTo>
                <a:cubicBezTo>
                  <a:pt x="112532" y="71819"/>
                  <a:pt x="108231" y="67519"/>
                  <a:pt x="102886" y="67519"/>
                </a:cubicBezTo>
                <a:close/>
                <a:moveTo>
                  <a:pt x="113617" y="154329"/>
                </a:moveTo>
                <a:cubicBezTo>
                  <a:pt x="113861" y="150346"/>
                  <a:pt x="111875" y="146556"/>
                  <a:pt x="108460" y="144491"/>
                </a:cubicBezTo>
                <a:cubicBezTo>
                  <a:pt x="105045" y="142426"/>
                  <a:pt x="100767" y="142426"/>
                  <a:pt x="97352" y="144491"/>
                </a:cubicBezTo>
                <a:cubicBezTo>
                  <a:pt x="93938" y="146556"/>
                  <a:pt x="91951" y="150346"/>
                  <a:pt x="92196" y="154329"/>
                </a:cubicBezTo>
                <a:cubicBezTo>
                  <a:pt x="91951" y="158312"/>
                  <a:pt x="93938" y="162102"/>
                  <a:pt x="97352" y="164167"/>
                </a:cubicBezTo>
                <a:cubicBezTo>
                  <a:pt x="100767" y="166233"/>
                  <a:pt x="105045" y="166233"/>
                  <a:pt x="108460" y="164167"/>
                </a:cubicBezTo>
                <a:cubicBezTo>
                  <a:pt x="111875" y="162102"/>
                  <a:pt x="113861" y="158312"/>
                  <a:pt x="113617" y="15432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66042" y="1783359"/>
            <a:ext cx="1508996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Menu Investigasi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726" y="2297789"/>
            <a:ext cx="5307207" cy="44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Jika saksi melihat </a:t>
            </a:r>
            <a:r>
              <a:rPr lang="en-US" sz="108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intimidasi</a:t>
            </a: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</a:t>
            </a:r>
            <a:r>
              <a:rPr lang="en-US" sz="108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politik uang</a:t>
            </a: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atau </a:t>
            </a:r>
            <a:r>
              <a:rPr lang="en-US" sz="108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ketidaksesuaian prosedur</a:t>
            </a: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mereka dapat membuka menu "Lapor Kecurangan" di aplikasi.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726" y="2880810"/>
            <a:ext cx="1680473" cy="651612"/>
          </a:xfrm>
          <a:custGeom>
            <a:avLst/>
            <a:gdLst/>
            <a:ahLst/>
            <a:cxnLst/>
            <a:rect l="l" t="t" r="r" b="b"/>
            <a:pathLst>
              <a:path w="1680473" h="651612">
                <a:moveTo>
                  <a:pt x="68589" y="0"/>
                </a:moveTo>
                <a:lnTo>
                  <a:pt x="1611884" y="0"/>
                </a:lnTo>
                <a:cubicBezTo>
                  <a:pt x="1649764" y="0"/>
                  <a:pt x="1680473" y="30708"/>
                  <a:pt x="1680473" y="68589"/>
                </a:cubicBezTo>
                <a:lnTo>
                  <a:pt x="1680473" y="583023"/>
                </a:lnTo>
                <a:cubicBezTo>
                  <a:pt x="1680473" y="620904"/>
                  <a:pt x="1649764" y="651612"/>
                  <a:pt x="1611884" y="651612"/>
                </a:cubicBezTo>
                <a:lnTo>
                  <a:pt x="68589" y="651612"/>
                </a:lnTo>
                <a:cubicBezTo>
                  <a:pt x="30734" y="651612"/>
                  <a:pt x="0" y="620878"/>
                  <a:pt x="0" y="583023"/>
                </a:cubicBezTo>
                <a:lnTo>
                  <a:pt x="0" y="68589"/>
                </a:lnTo>
                <a:cubicBezTo>
                  <a:pt x="0" y="30734"/>
                  <a:pt x="30734" y="0"/>
                  <a:pt x="6858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84736" y="2983696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115747" y="12861"/>
                </a:moveTo>
                <a:cubicBezTo>
                  <a:pt x="115747" y="5747"/>
                  <a:pt x="110000" y="0"/>
                  <a:pt x="102886" y="0"/>
                </a:cubicBezTo>
                <a:cubicBezTo>
                  <a:pt x="95772" y="0"/>
                  <a:pt x="90025" y="5747"/>
                  <a:pt x="90025" y="12861"/>
                </a:cubicBezTo>
                <a:lnTo>
                  <a:pt x="90025" y="96456"/>
                </a:lnTo>
                <a:cubicBezTo>
                  <a:pt x="90025" y="99992"/>
                  <a:pt x="87132" y="102886"/>
                  <a:pt x="83595" y="102886"/>
                </a:cubicBezTo>
                <a:cubicBezTo>
                  <a:pt x="80058" y="102886"/>
                  <a:pt x="77165" y="99992"/>
                  <a:pt x="77165" y="96456"/>
                </a:cubicBezTo>
                <a:lnTo>
                  <a:pt x="77165" y="25722"/>
                </a:lnTo>
                <a:cubicBezTo>
                  <a:pt x="77165" y="18608"/>
                  <a:pt x="71417" y="12861"/>
                  <a:pt x="64304" y="12861"/>
                </a:cubicBezTo>
                <a:cubicBezTo>
                  <a:pt x="57190" y="12861"/>
                  <a:pt x="51443" y="18608"/>
                  <a:pt x="51443" y="25722"/>
                </a:cubicBezTo>
                <a:lnTo>
                  <a:pt x="51443" y="135038"/>
                </a:lnTo>
                <a:cubicBezTo>
                  <a:pt x="51443" y="135641"/>
                  <a:pt x="51443" y="136284"/>
                  <a:pt x="51483" y="136887"/>
                </a:cubicBezTo>
                <a:lnTo>
                  <a:pt x="27168" y="113737"/>
                </a:lnTo>
                <a:cubicBezTo>
                  <a:pt x="20738" y="107628"/>
                  <a:pt x="10570" y="107870"/>
                  <a:pt x="4421" y="114300"/>
                </a:cubicBezTo>
                <a:cubicBezTo>
                  <a:pt x="-1728" y="120730"/>
                  <a:pt x="-1447" y="130898"/>
                  <a:pt x="4984" y="137047"/>
                </a:cubicBezTo>
                <a:lnTo>
                  <a:pt x="50157" y="180051"/>
                </a:lnTo>
                <a:cubicBezTo>
                  <a:pt x="67479" y="196569"/>
                  <a:pt x="90508" y="205772"/>
                  <a:pt x="114461" y="205772"/>
                </a:cubicBezTo>
                <a:lnTo>
                  <a:pt x="122177" y="205772"/>
                </a:lnTo>
                <a:cubicBezTo>
                  <a:pt x="161242" y="205772"/>
                  <a:pt x="192911" y="174103"/>
                  <a:pt x="192911" y="135038"/>
                </a:cubicBezTo>
                <a:lnTo>
                  <a:pt x="192911" y="51443"/>
                </a:lnTo>
                <a:cubicBezTo>
                  <a:pt x="192911" y="44329"/>
                  <a:pt x="187164" y="38582"/>
                  <a:pt x="180051" y="38582"/>
                </a:cubicBezTo>
                <a:cubicBezTo>
                  <a:pt x="172937" y="38582"/>
                  <a:pt x="167190" y="44329"/>
                  <a:pt x="167190" y="51443"/>
                </a:cubicBezTo>
                <a:lnTo>
                  <a:pt x="167190" y="96456"/>
                </a:lnTo>
                <a:cubicBezTo>
                  <a:pt x="167190" y="99992"/>
                  <a:pt x="164296" y="102886"/>
                  <a:pt x="160759" y="102886"/>
                </a:cubicBezTo>
                <a:cubicBezTo>
                  <a:pt x="157223" y="102886"/>
                  <a:pt x="154329" y="99992"/>
                  <a:pt x="154329" y="96456"/>
                </a:cubicBezTo>
                <a:lnTo>
                  <a:pt x="154329" y="25722"/>
                </a:lnTo>
                <a:cubicBezTo>
                  <a:pt x="154329" y="18608"/>
                  <a:pt x="148582" y="12861"/>
                  <a:pt x="141468" y="12861"/>
                </a:cubicBezTo>
                <a:cubicBezTo>
                  <a:pt x="134355" y="12861"/>
                  <a:pt x="128608" y="18608"/>
                  <a:pt x="128608" y="25722"/>
                </a:cubicBezTo>
                <a:lnTo>
                  <a:pt x="128608" y="96456"/>
                </a:lnTo>
                <a:cubicBezTo>
                  <a:pt x="128608" y="99992"/>
                  <a:pt x="125714" y="102886"/>
                  <a:pt x="122177" y="102886"/>
                </a:cubicBezTo>
                <a:cubicBezTo>
                  <a:pt x="118641" y="102886"/>
                  <a:pt x="115747" y="99992"/>
                  <a:pt x="115747" y="96456"/>
                </a:cubicBezTo>
                <a:lnTo>
                  <a:pt x="115747" y="128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21603" y="3258059"/>
            <a:ext cx="1534717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Intimidasi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29539" y="2880810"/>
            <a:ext cx="1680473" cy="651612"/>
          </a:xfrm>
          <a:custGeom>
            <a:avLst/>
            <a:gdLst/>
            <a:ahLst/>
            <a:cxnLst/>
            <a:rect l="l" t="t" r="r" b="b"/>
            <a:pathLst>
              <a:path w="1680473" h="651612">
                <a:moveTo>
                  <a:pt x="68589" y="0"/>
                </a:moveTo>
                <a:lnTo>
                  <a:pt x="1611884" y="0"/>
                </a:lnTo>
                <a:cubicBezTo>
                  <a:pt x="1649764" y="0"/>
                  <a:pt x="1680473" y="30708"/>
                  <a:pt x="1680473" y="68589"/>
                </a:cubicBezTo>
                <a:lnTo>
                  <a:pt x="1680473" y="583023"/>
                </a:lnTo>
                <a:cubicBezTo>
                  <a:pt x="1680473" y="620904"/>
                  <a:pt x="1649764" y="651612"/>
                  <a:pt x="1611884" y="651612"/>
                </a:cubicBezTo>
                <a:lnTo>
                  <a:pt x="68589" y="651612"/>
                </a:lnTo>
                <a:cubicBezTo>
                  <a:pt x="30734" y="651612"/>
                  <a:pt x="0" y="620878"/>
                  <a:pt x="0" y="583023"/>
                </a:cubicBezTo>
                <a:lnTo>
                  <a:pt x="0" y="68589"/>
                </a:lnTo>
                <a:cubicBezTo>
                  <a:pt x="0" y="30734"/>
                  <a:pt x="30734" y="0"/>
                  <a:pt x="6858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065550" y="2983696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0" y="168637"/>
                </a:moveTo>
                <a:lnTo>
                  <a:pt x="0" y="44008"/>
                </a:lnTo>
                <a:cubicBezTo>
                  <a:pt x="0" y="34684"/>
                  <a:pt x="9686" y="28495"/>
                  <a:pt x="18608" y="31147"/>
                </a:cubicBezTo>
                <a:cubicBezTo>
                  <a:pt x="53854" y="41677"/>
                  <a:pt x="78772" y="33358"/>
                  <a:pt x="103851" y="24998"/>
                </a:cubicBezTo>
                <a:cubicBezTo>
                  <a:pt x="129773" y="16357"/>
                  <a:pt x="155856" y="7676"/>
                  <a:pt x="193595" y="19733"/>
                </a:cubicBezTo>
                <a:cubicBezTo>
                  <a:pt x="201030" y="22104"/>
                  <a:pt x="205772" y="29298"/>
                  <a:pt x="205772" y="37135"/>
                </a:cubicBezTo>
                <a:lnTo>
                  <a:pt x="205772" y="161764"/>
                </a:lnTo>
                <a:cubicBezTo>
                  <a:pt x="205772" y="171088"/>
                  <a:pt x="196086" y="177278"/>
                  <a:pt x="187204" y="174625"/>
                </a:cubicBezTo>
                <a:cubicBezTo>
                  <a:pt x="151958" y="164095"/>
                  <a:pt x="127000" y="172415"/>
                  <a:pt x="101962" y="180774"/>
                </a:cubicBezTo>
                <a:cubicBezTo>
                  <a:pt x="76039" y="189415"/>
                  <a:pt x="49956" y="198096"/>
                  <a:pt x="12218" y="186039"/>
                </a:cubicBezTo>
                <a:cubicBezTo>
                  <a:pt x="4783" y="183668"/>
                  <a:pt x="40" y="176474"/>
                  <a:pt x="40" y="168637"/>
                </a:cubicBezTo>
                <a:close/>
                <a:moveTo>
                  <a:pt x="135038" y="102886"/>
                </a:moveTo>
                <a:cubicBezTo>
                  <a:pt x="135038" y="81585"/>
                  <a:pt x="120650" y="64304"/>
                  <a:pt x="102886" y="64304"/>
                </a:cubicBezTo>
                <a:cubicBezTo>
                  <a:pt x="85122" y="64304"/>
                  <a:pt x="70734" y="81585"/>
                  <a:pt x="70734" y="102886"/>
                </a:cubicBezTo>
                <a:cubicBezTo>
                  <a:pt x="70734" y="124187"/>
                  <a:pt x="85122" y="141468"/>
                  <a:pt x="102886" y="141468"/>
                </a:cubicBezTo>
                <a:cubicBezTo>
                  <a:pt x="120650" y="141468"/>
                  <a:pt x="135038" y="124187"/>
                  <a:pt x="135038" y="102886"/>
                </a:cubicBezTo>
                <a:close/>
                <a:moveTo>
                  <a:pt x="48228" y="166225"/>
                </a:moveTo>
                <a:cubicBezTo>
                  <a:pt x="49996" y="166225"/>
                  <a:pt x="51403" y="164698"/>
                  <a:pt x="51122" y="162970"/>
                </a:cubicBezTo>
                <a:cubicBezTo>
                  <a:pt x="49273" y="151797"/>
                  <a:pt x="40270" y="143076"/>
                  <a:pt x="28937" y="141669"/>
                </a:cubicBezTo>
                <a:cubicBezTo>
                  <a:pt x="27168" y="141468"/>
                  <a:pt x="25722" y="142915"/>
                  <a:pt x="25722" y="144684"/>
                </a:cubicBezTo>
                <a:lnTo>
                  <a:pt x="25722" y="160719"/>
                </a:lnTo>
                <a:cubicBezTo>
                  <a:pt x="25722" y="162166"/>
                  <a:pt x="26686" y="163452"/>
                  <a:pt x="28133" y="163814"/>
                </a:cubicBezTo>
                <a:cubicBezTo>
                  <a:pt x="35327" y="165502"/>
                  <a:pt x="41918" y="166266"/>
                  <a:pt x="48228" y="166266"/>
                </a:cubicBezTo>
                <a:close/>
                <a:moveTo>
                  <a:pt x="176233" y="145688"/>
                </a:moveTo>
                <a:cubicBezTo>
                  <a:pt x="178242" y="146010"/>
                  <a:pt x="180051" y="144483"/>
                  <a:pt x="180051" y="142473"/>
                </a:cubicBezTo>
                <a:lnTo>
                  <a:pt x="180051" y="125352"/>
                </a:lnTo>
                <a:cubicBezTo>
                  <a:pt x="180051" y="123584"/>
                  <a:pt x="178604" y="122097"/>
                  <a:pt x="176835" y="122338"/>
                </a:cubicBezTo>
                <a:cubicBezTo>
                  <a:pt x="166708" y="123584"/>
                  <a:pt x="158388" y="130738"/>
                  <a:pt x="155454" y="140263"/>
                </a:cubicBezTo>
                <a:cubicBezTo>
                  <a:pt x="154892" y="142152"/>
                  <a:pt x="156379" y="143920"/>
                  <a:pt x="158348" y="143960"/>
                </a:cubicBezTo>
                <a:cubicBezTo>
                  <a:pt x="164055" y="144121"/>
                  <a:pt x="170003" y="144643"/>
                  <a:pt x="176192" y="145688"/>
                </a:cubicBezTo>
                <a:close/>
                <a:moveTo>
                  <a:pt x="180051" y="61089"/>
                </a:moveTo>
                <a:lnTo>
                  <a:pt x="180051" y="45053"/>
                </a:lnTo>
                <a:cubicBezTo>
                  <a:pt x="180051" y="43606"/>
                  <a:pt x="179046" y="42320"/>
                  <a:pt x="177639" y="41958"/>
                </a:cubicBezTo>
                <a:cubicBezTo>
                  <a:pt x="170445" y="40270"/>
                  <a:pt x="163854" y="39507"/>
                  <a:pt x="157544" y="39507"/>
                </a:cubicBezTo>
                <a:cubicBezTo>
                  <a:pt x="155776" y="39507"/>
                  <a:pt x="154369" y="41034"/>
                  <a:pt x="154651" y="42762"/>
                </a:cubicBezTo>
                <a:cubicBezTo>
                  <a:pt x="156499" y="53935"/>
                  <a:pt x="165502" y="62656"/>
                  <a:pt x="176835" y="64063"/>
                </a:cubicBezTo>
                <a:cubicBezTo>
                  <a:pt x="178604" y="64264"/>
                  <a:pt x="180051" y="62817"/>
                  <a:pt x="180051" y="61048"/>
                </a:cubicBezTo>
                <a:close/>
                <a:moveTo>
                  <a:pt x="50318" y="65469"/>
                </a:moveTo>
                <a:cubicBezTo>
                  <a:pt x="50880" y="63580"/>
                  <a:pt x="49393" y="61812"/>
                  <a:pt x="47424" y="61772"/>
                </a:cubicBezTo>
                <a:cubicBezTo>
                  <a:pt x="41717" y="61611"/>
                  <a:pt x="35769" y="61089"/>
                  <a:pt x="29580" y="60044"/>
                </a:cubicBezTo>
                <a:cubicBezTo>
                  <a:pt x="27570" y="59722"/>
                  <a:pt x="25762" y="61249"/>
                  <a:pt x="25762" y="63259"/>
                </a:cubicBezTo>
                <a:lnTo>
                  <a:pt x="25722" y="80380"/>
                </a:lnTo>
                <a:cubicBezTo>
                  <a:pt x="25722" y="82148"/>
                  <a:pt x="27168" y="83635"/>
                  <a:pt x="28937" y="83394"/>
                </a:cubicBezTo>
                <a:cubicBezTo>
                  <a:pt x="39065" y="82148"/>
                  <a:pt x="47384" y="74994"/>
                  <a:pt x="50318" y="654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402417" y="3258059"/>
            <a:ext cx="1534717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Politik Uang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0352" y="2880810"/>
            <a:ext cx="1680473" cy="651612"/>
          </a:xfrm>
          <a:custGeom>
            <a:avLst/>
            <a:gdLst/>
            <a:ahLst/>
            <a:cxnLst/>
            <a:rect l="l" t="t" r="r" b="b"/>
            <a:pathLst>
              <a:path w="1680473" h="651612">
                <a:moveTo>
                  <a:pt x="68589" y="0"/>
                </a:moveTo>
                <a:lnTo>
                  <a:pt x="1611884" y="0"/>
                </a:lnTo>
                <a:cubicBezTo>
                  <a:pt x="1649764" y="0"/>
                  <a:pt x="1680473" y="30708"/>
                  <a:pt x="1680473" y="68589"/>
                </a:cubicBezTo>
                <a:lnTo>
                  <a:pt x="1680473" y="583023"/>
                </a:lnTo>
                <a:cubicBezTo>
                  <a:pt x="1680473" y="620904"/>
                  <a:pt x="1649764" y="651612"/>
                  <a:pt x="1611884" y="651612"/>
                </a:cubicBezTo>
                <a:lnTo>
                  <a:pt x="68589" y="651612"/>
                </a:lnTo>
                <a:cubicBezTo>
                  <a:pt x="30734" y="651612"/>
                  <a:pt x="0" y="620878"/>
                  <a:pt x="0" y="583023"/>
                </a:cubicBezTo>
                <a:lnTo>
                  <a:pt x="0" y="68589"/>
                </a:lnTo>
                <a:cubicBezTo>
                  <a:pt x="0" y="30734"/>
                  <a:pt x="30734" y="0"/>
                  <a:pt x="6858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833502" y="2983696"/>
            <a:ext cx="231494" cy="205772"/>
          </a:xfrm>
          <a:custGeom>
            <a:avLst/>
            <a:gdLst/>
            <a:ahLst/>
            <a:cxnLst/>
            <a:rect l="l" t="t" r="r" b="b"/>
            <a:pathLst>
              <a:path w="231494" h="205772">
                <a:moveTo>
                  <a:pt x="68162" y="61651"/>
                </a:moveTo>
                <a:lnTo>
                  <a:pt x="60647" y="54136"/>
                </a:lnTo>
                <a:cubicBezTo>
                  <a:pt x="55623" y="49112"/>
                  <a:pt x="55623" y="40953"/>
                  <a:pt x="60647" y="35930"/>
                </a:cubicBezTo>
                <a:lnTo>
                  <a:pt x="106744" y="-10208"/>
                </a:lnTo>
                <a:cubicBezTo>
                  <a:pt x="111768" y="-15232"/>
                  <a:pt x="119927" y="-15232"/>
                  <a:pt x="124950" y="-10208"/>
                </a:cubicBezTo>
                <a:lnTo>
                  <a:pt x="132466" y="-2653"/>
                </a:lnTo>
                <a:cubicBezTo>
                  <a:pt x="137490" y="2371"/>
                  <a:pt x="137490" y="10530"/>
                  <a:pt x="132466" y="15553"/>
                </a:cubicBezTo>
                <a:lnTo>
                  <a:pt x="86368" y="61651"/>
                </a:lnTo>
                <a:cubicBezTo>
                  <a:pt x="81344" y="66675"/>
                  <a:pt x="73186" y="66675"/>
                  <a:pt x="68162" y="61651"/>
                </a:cubicBezTo>
                <a:close/>
                <a:moveTo>
                  <a:pt x="110924" y="85082"/>
                </a:moveTo>
                <a:lnTo>
                  <a:pt x="98304" y="72462"/>
                </a:lnTo>
                <a:lnTo>
                  <a:pt x="143317" y="27450"/>
                </a:lnTo>
                <a:lnTo>
                  <a:pt x="191304" y="75436"/>
                </a:lnTo>
                <a:lnTo>
                  <a:pt x="146291" y="120449"/>
                </a:lnTo>
                <a:lnTo>
                  <a:pt x="133672" y="107829"/>
                </a:lnTo>
                <a:lnTo>
                  <a:pt x="40431" y="201070"/>
                </a:lnTo>
                <a:cubicBezTo>
                  <a:pt x="34161" y="207340"/>
                  <a:pt x="23993" y="207340"/>
                  <a:pt x="17684" y="201070"/>
                </a:cubicBezTo>
                <a:cubicBezTo>
                  <a:pt x="11374" y="194800"/>
                  <a:pt x="11414" y="184632"/>
                  <a:pt x="17684" y="178322"/>
                </a:cubicBezTo>
                <a:lnTo>
                  <a:pt x="110924" y="85082"/>
                </a:lnTo>
                <a:close/>
                <a:moveTo>
                  <a:pt x="157102" y="150551"/>
                </a:moveTo>
                <a:cubicBezTo>
                  <a:pt x="152078" y="145528"/>
                  <a:pt x="152078" y="137369"/>
                  <a:pt x="157102" y="132345"/>
                </a:cubicBezTo>
                <a:lnTo>
                  <a:pt x="203200" y="86247"/>
                </a:lnTo>
                <a:cubicBezTo>
                  <a:pt x="208224" y="81224"/>
                  <a:pt x="216382" y="81224"/>
                  <a:pt x="221406" y="86247"/>
                </a:cubicBezTo>
                <a:lnTo>
                  <a:pt x="228922" y="93763"/>
                </a:lnTo>
                <a:cubicBezTo>
                  <a:pt x="233945" y="98787"/>
                  <a:pt x="233945" y="106945"/>
                  <a:pt x="228922" y="111969"/>
                </a:cubicBezTo>
                <a:lnTo>
                  <a:pt x="182824" y="158107"/>
                </a:lnTo>
                <a:cubicBezTo>
                  <a:pt x="177800" y="163131"/>
                  <a:pt x="169641" y="163131"/>
                  <a:pt x="164618" y="158107"/>
                </a:cubicBezTo>
                <a:lnTo>
                  <a:pt x="157102" y="15059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183230" y="3258059"/>
            <a:ext cx="1534717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Pelanggaran Prosedur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0101" y="3909671"/>
            <a:ext cx="5633013" cy="2949401"/>
          </a:xfrm>
          <a:custGeom>
            <a:avLst/>
            <a:gdLst/>
            <a:ahLst/>
            <a:cxnLst/>
            <a:rect l="l" t="t" r="r" b="b"/>
            <a:pathLst>
              <a:path w="5633013" h="2949401">
                <a:moveTo>
                  <a:pt x="34295" y="0"/>
                </a:moveTo>
                <a:lnTo>
                  <a:pt x="5530138" y="0"/>
                </a:lnTo>
                <a:cubicBezTo>
                  <a:pt x="5586954" y="0"/>
                  <a:pt x="5633013" y="46059"/>
                  <a:pt x="5633013" y="102875"/>
                </a:cubicBezTo>
                <a:lnTo>
                  <a:pt x="5633013" y="2846526"/>
                </a:lnTo>
                <a:cubicBezTo>
                  <a:pt x="5633013" y="2903342"/>
                  <a:pt x="5586954" y="2949401"/>
                  <a:pt x="5530138" y="2949401"/>
                </a:cubicBezTo>
                <a:lnTo>
                  <a:pt x="34295" y="2949401"/>
                </a:lnTo>
                <a:cubicBezTo>
                  <a:pt x="15355" y="2949401"/>
                  <a:pt x="0" y="2934046"/>
                  <a:pt x="0" y="2915105"/>
                </a:cubicBezTo>
                <a:lnTo>
                  <a:pt x="0" y="34295"/>
                </a:lnTo>
                <a:cubicBezTo>
                  <a:pt x="0" y="15367"/>
                  <a:pt x="15367" y="0"/>
                  <a:pt x="34295" y="0"/>
                </a:cubicBezTo>
                <a:close/>
              </a:path>
            </a:pathLst>
          </a:custGeom>
          <a:solidFill>
            <a:srgbClr val="6B7A8F">
              <a:alpha val="5098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0101" y="3909671"/>
            <a:ext cx="34295" cy="2949401"/>
          </a:xfrm>
          <a:custGeom>
            <a:avLst/>
            <a:gdLst/>
            <a:ahLst/>
            <a:cxnLst/>
            <a:rect l="l" t="t" r="r" b="b"/>
            <a:pathLst>
              <a:path w="34295" h="2949401">
                <a:moveTo>
                  <a:pt x="34295" y="0"/>
                </a:moveTo>
                <a:lnTo>
                  <a:pt x="34295" y="0"/>
                </a:lnTo>
                <a:lnTo>
                  <a:pt x="34295" y="2949401"/>
                </a:lnTo>
                <a:lnTo>
                  <a:pt x="34295" y="2949401"/>
                </a:lnTo>
                <a:cubicBezTo>
                  <a:pt x="15355" y="2949401"/>
                  <a:pt x="0" y="2934046"/>
                  <a:pt x="0" y="291510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1" name="Text 19"/>
          <p:cNvSpPr/>
          <p:nvPr/>
        </p:nvSpPr>
        <p:spPr>
          <a:xfrm>
            <a:off x="583021" y="4526987"/>
            <a:ext cx="5290059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Status Tindak Lanjut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3021" y="4921384"/>
            <a:ext cx="342954" cy="342954"/>
          </a:xfrm>
          <a:custGeom>
            <a:avLst/>
            <a:gdLst/>
            <a:ahLst/>
            <a:cxnLst/>
            <a:rect l="l" t="t" r="r" b="b"/>
            <a:pathLst>
              <a:path w="342954" h="342954">
                <a:moveTo>
                  <a:pt x="68591" y="0"/>
                </a:moveTo>
                <a:lnTo>
                  <a:pt x="274363" y="0"/>
                </a:lnTo>
                <a:cubicBezTo>
                  <a:pt x="312244" y="0"/>
                  <a:pt x="342954" y="30709"/>
                  <a:pt x="342954" y="68591"/>
                </a:cubicBezTo>
                <a:lnTo>
                  <a:pt x="342954" y="274363"/>
                </a:lnTo>
                <a:cubicBezTo>
                  <a:pt x="342954" y="312244"/>
                  <a:pt x="312244" y="342954"/>
                  <a:pt x="274363" y="342954"/>
                </a:cubicBezTo>
                <a:lnTo>
                  <a:pt x="68591" y="342954"/>
                </a:lnTo>
                <a:cubicBezTo>
                  <a:pt x="30709" y="342954"/>
                  <a:pt x="0" y="312244"/>
                  <a:pt x="0" y="274363"/>
                </a:cubicBezTo>
                <a:lnTo>
                  <a:pt x="0" y="68591"/>
                </a:lnTo>
                <a:cubicBezTo>
                  <a:pt x="0" y="30734"/>
                  <a:pt x="30734" y="0"/>
                  <a:pt x="68591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3" name="Shape 21"/>
          <p:cNvSpPr/>
          <p:nvPr/>
        </p:nvSpPr>
        <p:spPr>
          <a:xfrm>
            <a:off x="737350" y="5024270"/>
            <a:ext cx="34295" cy="137181"/>
          </a:xfrm>
          <a:custGeom>
            <a:avLst/>
            <a:gdLst/>
            <a:ahLst/>
            <a:cxnLst/>
            <a:rect l="l" t="t" r="r" b="b"/>
            <a:pathLst>
              <a:path w="34295" h="137181">
                <a:moveTo>
                  <a:pt x="25722" y="8574"/>
                </a:moveTo>
                <a:cubicBezTo>
                  <a:pt x="25722" y="3831"/>
                  <a:pt x="21890" y="0"/>
                  <a:pt x="17148" y="0"/>
                </a:cubicBezTo>
                <a:cubicBezTo>
                  <a:pt x="12405" y="0"/>
                  <a:pt x="8574" y="3831"/>
                  <a:pt x="8574" y="8574"/>
                </a:cubicBezTo>
                <a:lnTo>
                  <a:pt x="8574" y="94312"/>
                </a:lnTo>
                <a:cubicBezTo>
                  <a:pt x="8574" y="99055"/>
                  <a:pt x="12405" y="102886"/>
                  <a:pt x="17148" y="102886"/>
                </a:cubicBezTo>
                <a:cubicBezTo>
                  <a:pt x="21890" y="102886"/>
                  <a:pt x="25722" y="99055"/>
                  <a:pt x="25722" y="94312"/>
                </a:cubicBezTo>
                <a:lnTo>
                  <a:pt x="25722" y="8574"/>
                </a:lnTo>
                <a:close/>
                <a:moveTo>
                  <a:pt x="17148" y="137181"/>
                </a:moveTo>
                <a:cubicBezTo>
                  <a:pt x="23069" y="137181"/>
                  <a:pt x="27865" y="132385"/>
                  <a:pt x="27865" y="126464"/>
                </a:cubicBezTo>
                <a:cubicBezTo>
                  <a:pt x="27865" y="120543"/>
                  <a:pt x="23069" y="115747"/>
                  <a:pt x="17148" y="115747"/>
                </a:cubicBezTo>
                <a:cubicBezTo>
                  <a:pt x="11226" y="115747"/>
                  <a:pt x="6430" y="120543"/>
                  <a:pt x="6430" y="126464"/>
                </a:cubicBezTo>
                <a:cubicBezTo>
                  <a:pt x="6430" y="132385"/>
                  <a:pt x="11226" y="137181"/>
                  <a:pt x="17148" y="1371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28861" y="4904236"/>
            <a:ext cx="162045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Urgent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28861" y="5110008"/>
            <a:ext cx="1611882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Butuh respons dalam 15 menit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3021" y="5401519"/>
            <a:ext cx="342954" cy="342954"/>
          </a:xfrm>
          <a:custGeom>
            <a:avLst/>
            <a:gdLst/>
            <a:ahLst/>
            <a:cxnLst/>
            <a:rect l="l" t="t" r="r" b="b"/>
            <a:pathLst>
              <a:path w="342954" h="342954">
                <a:moveTo>
                  <a:pt x="68591" y="0"/>
                </a:moveTo>
                <a:lnTo>
                  <a:pt x="274363" y="0"/>
                </a:lnTo>
                <a:cubicBezTo>
                  <a:pt x="312244" y="0"/>
                  <a:pt x="342954" y="30709"/>
                  <a:pt x="342954" y="68591"/>
                </a:cubicBezTo>
                <a:lnTo>
                  <a:pt x="342954" y="274363"/>
                </a:lnTo>
                <a:cubicBezTo>
                  <a:pt x="342954" y="312244"/>
                  <a:pt x="312244" y="342954"/>
                  <a:pt x="274363" y="342954"/>
                </a:cubicBezTo>
                <a:lnTo>
                  <a:pt x="68591" y="342954"/>
                </a:lnTo>
                <a:cubicBezTo>
                  <a:pt x="30709" y="342954"/>
                  <a:pt x="0" y="312244"/>
                  <a:pt x="0" y="274363"/>
                </a:cubicBezTo>
                <a:lnTo>
                  <a:pt x="0" y="68591"/>
                </a:lnTo>
                <a:cubicBezTo>
                  <a:pt x="0" y="30734"/>
                  <a:pt x="30734" y="0"/>
                  <a:pt x="68591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907" y="5504405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0"/>
                </a:moveTo>
                <a:cubicBezTo>
                  <a:pt x="106447" y="0"/>
                  <a:pt x="137181" y="30734"/>
                  <a:pt x="137181" y="68591"/>
                </a:cubicBezTo>
                <a:cubicBezTo>
                  <a:pt x="137181" y="106447"/>
                  <a:pt x="106447" y="137181"/>
                  <a:pt x="68591" y="137181"/>
                </a:cubicBezTo>
                <a:cubicBezTo>
                  <a:pt x="30734" y="137181"/>
                  <a:pt x="0" y="106447"/>
                  <a:pt x="0" y="68591"/>
                </a:cubicBezTo>
                <a:cubicBezTo>
                  <a:pt x="0" y="30734"/>
                  <a:pt x="30734" y="0"/>
                  <a:pt x="68591" y="0"/>
                </a:cubicBezTo>
                <a:close/>
                <a:moveTo>
                  <a:pt x="62160" y="32152"/>
                </a:moveTo>
                <a:lnTo>
                  <a:pt x="62160" y="68591"/>
                </a:lnTo>
                <a:cubicBezTo>
                  <a:pt x="62160" y="70734"/>
                  <a:pt x="63232" y="72744"/>
                  <a:pt x="65027" y="73949"/>
                </a:cubicBezTo>
                <a:lnTo>
                  <a:pt x="90749" y="91097"/>
                </a:lnTo>
                <a:cubicBezTo>
                  <a:pt x="93696" y="93080"/>
                  <a:pt x="97688" y="92276"/>
                  <a:pt x="99671" y="89302"/>
                </a:cubicBezTo>
                <a:cubicBezTo>
                  <a:pt x="101654" y="86328"/>
                  <a:pt x="100850" y="82362"/>
                  <a:pt x="97876" y="80380"/>
                </a:cubicBezTo>
                <a:lnTo>
                  <a:pt x="75021" y="65161"/>
                </a:lnTo>
                <a:lnTo>
                  <a:pt x="75021" y="32152"/>
                </a:lnTo>
                <a:cubicBezTo>
                  <a:pt x="75021" y="28588"/>
                  <a:pt x="72154" y="25722"/>
                  <a:pt x="68591" y="25722"/>
                </a:cubicBezTo>
                <a:cubicBezTo>
                  <a:pt x="65027" y="25722"/>
                  <a:pt x="62160" y="28588"/>
                  <a:pt x="62160" y="3215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28861" y="5384371"/>
            <a:ext cx="126892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28861" y="5590143"/>
            <a:ext cx="126035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 dalam 1-2 jam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3021" y="5881654"/>
            <a:ext cx="342954" cy="342954"/>
          </a:xfrm>
          <a:custGeom>
            <a:avLst/>
            <a:gdLst/>
            <a:ahLst/>
            <a:cxnLst/>
            <a:rect l="l" t="t" r="r" b="b"/>
            <a:pathLst>
              <a:path w="342954" h="342954">
                <a:moveTo>
                  <a:pt x="68591" y="0"/>
                </a:moveTo>
                <a:lnTo>
                  <a:pt x="274363" y="0"/>
                </a:lnTo>
                <a:cubicBezTo>
                  <a:pt x="312244" y="0"/>
                  <a:pt x="342954" y="30709"/>
                  <a:pt x="342954" y="68591"/>
                </a:cubicBezTo>
                <a:lnTo>
                  <a:pt x="342954" y="274363"/>
                </a:lnTo>
                <a:cubicBezTo>
                  <a:pt x="342954" y="312244"/>
                  <a:pt x="312244" y="342954"/>
                  <a:pt x="274363" y="342954"/>
                </a:cubicBezTo>
                <a:lnTo>
                  <a:pt x="68591" y="342954"/>
                </a:lnTo>
                <a:cubicBezTo>
                  <a:pt x="30709" y="342954"/>
                  <a:pt x="0" y="312244"/>
                  <a:pt x="0" y="274363"/>
                </a:cubicBezTo>
                <a:lnTo>
                  <a:pt x="0" y="68591"/>
                </a:lnTo>
                <a:cubicBezTo>
                  <a:pt x="0" y="30734"/>
                  <a:pt x="30734" y="0"/>
                  <a:pt x="68591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1" name="Shape 29"/>
          <p:cNvSpPr/>
          <p:nvPr/>
        </p:nvSpPr>
        <p:spPr>
          <a:xfrm>
            <a:off x="694481" y="5984540"/>
            <a:ext cx="120034" cy="137181"/>
          </a:xfrm>
          <a:custGeom>
            <a:avLst/>
            <a:gdLst/>
            <a:ahLst/>
            <a:cxnLst/>
            <a:rect l="l" t="t" r="r" b="b"/>
            <a:pathLst>
              <a:path w="120034" h="137181">
                <a:moveTo>
                  <a:pt x="116497" y="18782"/>
                </a:moveTo>
                <a:cubicBezTo>
                  <a:pt x="120328" y="21569"/>
                  <a:pt x="121186" y="26927"/>
                  <a:pt x="118399" y="30759"/>
                </a:cubicBezTo>
                <a:lnTo>
                  <a:pt x="49809" y="125071"/>
                </a:lnTo>
                <a:cubicBezTo>
                  <a:pt x="48335" y="127107"/>
                  <a:pt x="46058" y="128366"/>
                  <a:pt x="43539" y="128581"/>
                </a:cubicBezTo>
                <a:cubicBezTo>
                  <a:pt x="41020" y="128795"/>
                  <a:pt x="38582" y="127857"/>
                  <a:pt x="36814" y="126089"/>
                </a:cubicBezTo>
                <a:lnTo>
                  <a:pt x="2519" y="91794"/>
                </a:lnTo>
                <a:cubicBezTo>
                  <a:pt x="-831" y="88445"/>
                  <a:pt x="-831" y="83005"/>
                  <a:pt x="2519" y="79656"/>
                </a:cubicBezTo>
                <a:cubicBezTo>
                  <a:pt x="5868" y="76307"/>
                  <a:pt x="11307" y="76307"/>
                  <a:pt x="14656" y="79656"/>
                </a:cubicBezTo>
                <a:lnTo>
                  <a:pt x="41851" y="106851"/>
                </a:lnTo>
                <a:lnTo>
                  <a:pt x="104547" y="20658"/>
                </a:lnTo>
                <a:cubicBezTo>
                  <a:pt x="107334" y="16826"/>
                  <a:pt x="112692" y="15969"/>
                  <a:pt x="116524" y="1875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28861" y="5864506"/>
            <a:ext cx="121748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Resolved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8861" y="6070278"/>
            <a:ext cx="120891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Kasus sudah ditangani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9824" y="1474700"/>
            <a:ext cx="5650160" cy="2949401"/>
          </a:xfrm>
          <a:custGeom>
            <a:avLst/>
            <a:gdLst/>
            <a:ahLst/>
            <a:cxnLst/>
            <a:rect l="l" t="t" r="r" b="b"/>
            <a:pathLst>
              <a:path w="5650160" h="2949401">
                <a:moveTo>
                  <a:pt x="102875" y="0"/>
                </a:moveTo>
                <a:lnTo>
                  <a:pt x="5547285" y="0"/>
                </a:lnTo>
                <a:cubicBezTo>
                  <a:pt x="5604102" y="0"/>
                  <a:pt x="5650160" y="46059"/>
                  <a:pt x="5650160" y="102875"/>
                </a:cubicBezTo>
                <a:lnTo>
                  <a:pt x="5650160" y="2846526"/>
                </a:lnTo>
                <a:cubicBezTo>
                  <a:pt x="5650160" y="2903342"/>
                  <a:pt x="5604102" y="2949401"/>
                  <a:pt x="5547285" y="2949401"/>
                </a:cubicBezTo>
                <a:lnTo>
                  <a:pt x="102875" y="2949401"/>
                </a:lnTo>
                <a:cubicBezTo>
                  <a:pt x="46059" y="2949401"/>
                  <a:pt x="0" y="2903342"/>
                  <a:pt x="0" y="2846526"/>
                </a:cubicBezTo>
                <a:lnTo>
                  <a:pt x="0" y="102875"/>
                </a:lnTo>
                <a:cubicBezTo>
                  <a:pt x="0" y="46097"/>
                  <a:pt x="46097" y="0"/>
                  <a:pt x="102875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5596" y="1680473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240068" y="0"/>
                </a:moveTo>
                <a:lnTo>
                  <a:pt x="240068" y="0"/>
                </a:lnTo>
                <a:cubicBezTo>
                  <a:pt x="372653" y="0"/>
                  <a:pt x="480135" y="107482"/>
                  <a:pt x="480135" y="240068"/>
                </a:cubicBezTo>
                <a:lnTo>
                  <a:pt x="480135" y="240068"/>
                </a:lnTo>
                <a:cubicBezTo>
                  <a:pt x="480135" y="372653"/>
                  <a:pt x="372653" y="480135"/>
                  <a:pt x="240068" y="480135"/>
                </a:cubicBezTo>
                <a:lnTo>
                  <a:pt x="240068" y="480135"/>
                </a:lnTo>
                <a:cubicBezTo>
                  <a:pt x="107482" y="480135"/>
                  <a:pt x="0" y="372653"/>
                  <a:pt x="0" y="240068"/>
                </a:cubicBezTo>
                <a:lnTo>
                  <a:pt x="0" y="240068"/>
                </a:lnTo>
                <a:cubicBezTo>
                  <a:pt x="0" y="107482"/>
                  <a:pt x="107482" y="0"/>
                  <a:pt x="2400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29917" y="1817654"/>
            <a:ext cx="231494" cy="205772"/>
          </a:xfrm>
          <a:custGeom>
            <a:avLst/>
            <a:gdLst/>
            <a:ahLst/>
            <a:cxnLst/>
            <a:rect l="l" t="t" r="r" b="b"/>
            <a:pathLst>
              <a:path w="231494" h="205772">
                <a:moveTo>
                  <a:pt x="38582" y="25722"/>
                </a:moveTo>
                <a:cubicBezTo>
                  <a:pt x="24395" y="25722"/>
                  <a:pt x="12861" y="37256"/>
                  <a:pt x="12861" y="51443"/>
                </a:cubicBezTo>
                <a:lnTo>
                  <a:pt x="12861" y="154329"/>
                </a:lnTo>
                <a:cubicBezTo>
                  <a:pt x="12861" y="168516"/>
                  <a:pt x="24395" y="180051"/>
                  <a:pt x="38582" y="180051"/>
                </a:cubicBezTo>
                <a:lnTo>
                  <a:pt x="141468" y="180051"/>
                </a:lnTo>
                <a:cubicBezTo>
                  <a:pt x="155655" y="180051"/>
                  <a:pt x="167190" y="168516"/>
                  <a:pt x="167190" y="154329"/>
                </a:cubicBezTo>
                <a:lnTo>
                  <a:pt x="167190" y="51443"/>
                </a:lnTo>
                <a:cubicBezTo>
                  <a:pt x="167190" y="37256"/>
                  <a:pt x="155655" y="25722"/>
                  <a:pt x="141468" y="25722"/>
                </a:cubicBezTo>
                <a:lnTo>
                  <a:pt x="38582" y="25722"/>
                </a:lnTo>
                <a:close/>
                <a:moveTo>
                  <a:pt x="186481" y="135038"/>
                </a:moveTo>
                <a:lnTo>
                  <a:pt x="216021" y="158670"/>
                </a:lnTo>
                <a:cubicBezTo>
                  <a:pt x="217709" y="160036"/>
                  <a:pt x="219798" y="160759"/>
                  <a:pt x="221969" y="160759"/>
                </a:cubicBezTo>
                <a:cubicBezTo>
                  <a:pt x="227234" y="160759"/>
                  <a:pt x="231494" y="156499"/>
                  <a:pt x="231494" y="151234"/>
                </a:cubicBezTo>
                <a:lnTo>
                  <a:pt x="231494" y="54538"/>
                </a:lnTo>
                <a:cubicBezTo>
                  <a:pt x="231494" y="49273"/>
                  <a:pt x="227234" y="45013"/>
                  <a:pt x="221969" y="45013"/>
                </a:cubicBezTo>
                <a:cubicBezTo>
                  <a:pt x="219798" y="45013"/>
                  <a:pt x="217709" y="45736"/>
                  <a:pt x="216021" y="47103"/>
                </a:cubicBezTo>
                <a:lnTo>
                  <a:pt x="186481" y="70734"/>
                </a:lnTo>
                <a:lnTo>
                  <a:pt x="186481" y="13503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7022912" y="1783359"/>
            <a:ext cx="1328945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Video Evidence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5596" y="2297789"/>
            <a:ext cx="5307207" cy="44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Saksi merekam </a:t>
            </a:r>
            <a:r>
              <a:rPr lang="en-US" sz="108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durasi pendek</a:t>
            </a: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(maksimal 60 detik) sebagai bukti kecurangan dan mengunggahnya langsung ke sistem.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5596" y="2880810"/>
            <a:ext cx="5238616" cy="617316"/>
          </a:xfrm>
          <a:custGeom>
            <a:avLst/>
            <a:gdLst/>
            <a:ahLst/>
            <a:cxnLst/>
            <a:rect l="l" t="t" r="r" b="b"/>
            <a:pathLst>
              <a:path w="5238616" h="617316">
                <a:moveTo>
                  <a:pt x="68590" y="0"/>
                </a:moveTo>
                <a:lnTo>
                  <a:pt x="5170026" y="0"/>
                </a:lnTo>
                <a:cubicBezTo>
                  <a:pt x="5207907" y="0"/>
                  <a:pt x="5238616" y="30709"/>
                  <a:pt x="5238616" y="68590"/>
                </a:cubicBezTo>
                <a:lnTo>
                  <a:pt x="5238616" y="548726"/>
                </a:lnTo>
                <a:cubicBezTo>
                  <a:pt x="5238616" y="586608"/>
                  <a:pt x="5207907" y="617316"/>
                  <a:pt x="5170026" y="617316"/>
                </a:cubicBezTo>
                <a:lnTo>
                  <a:pt x="68590" y="617316"/>
                </a:lnTo>
                <a:cubicBezTo>
                  <a:pt x="30734" y="617316"/>
                  <a:pt x="0" y="586582"/>
                  <a:pt x="0" y="548726"/>
                </a:cubicBezTo>
                <a:lnTo>
                  <a:pt x="0" y="68590"/>
                </a:lnTo>
                <a:cubicBezTo>
                  <a:pt x="0" y="30734"/>
                  <a:pt x="30734" y="0"/>
                  <a:pt x="6859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525630" y="3017992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0"/>
                </a:moveTo>
                <a:cubicBezTo>
                  <a:pt x="106447" y="0"/>
                  <a:pt x="137181" y="30734"/>
                  <a:pt x="137181" y="68591"/>
                </a:cubicBezTo>
                <a:cubicBezTo>
                  <a:pt x="137181" y="106447"/>
                  <a:pt x="106447" y="137181"/>
                  <a:pt x="68591" y="137181"/>
                </a:cubicBezTo>
                <a:cubicBezTo>
                  <a:pt x="30734" y="137181"/>
                  <a:pt x="0" y="106447"/>
                  <a:pt x="0" y="68591"/>
                </a:cubicBezTo>
                <a:cubicBezTo>
                  <a:pt x="0" y="30734"/>
                  <a:pt x="30734" y="0"/>
                  <a:pt x="68591" y="0"/>
                </a:cubicBezTo>
                <a:close/>
                <a:moveTo>
                  <a:pt x="62160" y="32152"/>
                </a:moveTo>
                <a:lnTo>
                  <a:pt x="62160" y="68591"/>
                </a:lnTo>
                <a:cubicBezTo>
                  <a:pt x="62160" y="70734"/>
                  <a:pt x="63232" y="72744"/>
                  <a:pt x="65027" y="73949"/>
                </a:cubicBezTo>
                <a:lnTo>
                  <a:pt x="90749" y="91097"/>
                </a:lnTo>
                <a:cubicBezTo>
                  <a:pt x="93696" y="93080"/>
                  <a:pt x="97688" y="92276"/>
                  <a:pt x="99671" y="89302"/>
                </a:cubicBezTo>
                <a:cubicBezTo>
                  <a:pt x="101654" y="86328"/>
                  <a:pt x="100850" y="82362"/>
                  <a:pt x="97876" y="80380"/>
                </a:cubicBezTo>
                <a:lnTo>
                  <a:pt x="75021" y="65161"/>
                </a:lnTo>
                <a:lnTo>
                  <a:pt x="75021" y="32152"/>
                </a:lnTo>
                <a:cubicBezTo>
                  <a:pt x="75021" y="28588"/>
                  <a:pt x="72154" y="25722"/>
                  <a:pt x="68591" y="25722"/>
                </a:cubicBezTo>
                <a:cubicBezTo>
                  <a:pt x="65027" y="25722"/>
                  <a:pt x="62160" y="28588"/>
                  <a:pt x="62160" y="3215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748550" y="2983696"/>
            <a:ext cx="103743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Durasi Maksimal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08482" y="3223764"/>
            <a:ext cx="509286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 detik untuk optimasi bandwidth dan storage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05596" y="3601013"/>
            <a:ext cx="5238616" cy="617316"/>
          </a:xfrm>
          <a:custGeom>
            <a:avLst/>
            <a:gdLst/>
            <a:ahLst/>
            <a:cxnLst/>
            <a:rect l="l" t="t" r="r" b="b"/>
            <a:pathLst>
              <a:path w="5238616" h="617316">
                <a:moveTo>
                  <a:pt x="68590" y="0"/>
                </a:moveTo>
                <a:lnTo>
                  <a:pt x="5170026" y="0"/>
                </a:lnTo>
                <a:cubicBezTo>
                  <a:pt x="5207907" y="0"/>
                  <a:pt x="5238616" y="30709"/>
                  <a:pt x="5238616" y="68590"/>
                </a:cubicBezTo>
                <a:lnTo>
                  <a:pt x="5238616" y="548726"/>
                </a:lnTo>
                <a:cubicBezTo>
                  <a:pt x="5238616" y="586608"/>
                  <a:pt x="5207907" y="617316"/>
                  <a:pt x="5170026" y="617316"/>
                </a:cubicBezTo>
                <a:lnTo>
                  <a:pt x="68590" y="617316"/>
                </a:lnTo>
                <a:cubicBezTo>
                  <a:pt x="30734" y="617316"/>
                  <a:pt x="0" y="586582"/>
                  <a:pt x="0" y="548726"/>
                </a:cubicBezTo>
                <a:lnTo>
                  <a:pt x="0" y="68590"/>
                </a:lnTo>
                <a:cubicBezTo>
                  <a:pt x="0" y="30734"/>
                  <a:pt x="30734" y="0"/>
                  <a:pt x="6859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517056" y="3738194"/>
            <a:ext cx="154329" cy="137181"/>
          </a:xfrm>
          <a:custGeom>
            <a:avLst/>
            <a:gdLst/>
            <a:ahLst/>
            <a:cxnLst/>
            <a:rect l="l" t="t" r="r" b="b"/>
            <a:pathLst>
              <a:path w="154329" h="137181">
                <a:moveTo>
                  <a:pt x="38582" y="128608"/>
                </a:moveTo>
                <a:cubicBezTo>
                  <a:pt x="17282" y="128608"/>
                  <a:pt x="0" y="111326"/>
                  <a:pt x="0" y="90025"/>
                </a:cubicBezTo>
                <a:cubicBezTo>
                  <a:pt x="0" y="73038"/>
                  <a:pt x="10985" y="58624"/>
                  <a:pt x="26231" y="53453"/>
                </a:cubicBezTo>
                <a:cubicBezTo>
                  <a:pt x="25882" y="51389"/>
                  <a:pt x="25722" y="49300"/>
                  <a:pt x="25722" y="47156"/>
                </a:cubicBezTo>
                <a:cubicBezTo>
                  <a:pt x="25722" y="25855"/>
                  <a:pt x="43003" y="8574"/>
                  <a:pt x="64304" y="8574"/>
                </a:cubicBezTo>
                <a:cubicBezTo>
                  <a:pt x="79147" y="8574"/>
                  <a:pt x="92035" y="16960"/>
                  <a:pt x="98492" y="29231"/>
                </a:cubicBezTo>
                <a:cubicBezTo>
                  <a:pt x="102297" y="27008"/>
                  <a:pt x="106744" y="25722"/>
                  <a:pt x="111460" y="25722"/>
                </a:cubicBezTo>
                <a:cubicBezTo>
                  <a:pt x="125660" y="25722"/>
                  <a:pt x="137181" y="37243"/>
                  <a:pt x="137181" y="51443"/>
                </a:cubicBezTo>
                <a:cubicBezTo>
                  <a:pt x="137181" y="55650"/>
                  <a:pt x="136163" y="59642"/>
                  <a:pt x="134368" y="63152"/>
                </a:cubicBezTo>
                <a:cubicBezTo>
                  <a:pt x="146157" y="68591"/>
                  <a:pt x="154329" y="80487"/>
                  <a:pt x="154329" y="94312"/>
                </a:cubicBezTo>
                <a:cubicBezTo>
                  <a:pt x="154329" y="113255"/>
                  <a:pt x="138977" y="128608"/>
                  <a:pt x="120034" y="128608"/>
                </a:cubicBezTo>
                <a:lnTo>
                  <a:pt x="38582" y="128608"/>
                </a:lnTo>
                <a:close/>
                <a:moveTo>
                  <a:pt x="81719" y="51175"/>
                </a:moveTo>
                <a:cubicBezTo>
                  <a:pt x="79201" y="48657"/>
                  <a:pt x="75128" y="48657"/>
                  <a:pt x="72636" y="51175"/>
                </a:cubicBezTo>
                <a:lnTo>
                  <a:pt x="53345" y="70466"/>
                </a:lnTo>
                <a:cubicBezTo>
                  <a:pt x="50827" y="72985"/>
                  <a:pt x="50827" y="77057"/>
                  <a:pt x="53345" y="79549"/>
                </a:cubicBezTo>
                <a:cubicBezTo>
                  <a:pt x="55864" y="82041"/>
                  <a:pt x="59936" y="82068"/>
                  <a:pt x="62428" y="79549"/>
                </a:cubicBezTo>
                <a:lnTo>
                  <a:pt x="70734" y="71243"/>
                </a:lnTo>
                <a:lnTo>
                  <a:pt x="70734" y="98599"/>
                </a:lnTo>
                <a:cubicBezTo>
                  <a:pt x="70734" y="102163"/>
                  <a:pt x="73601" y="105030"/>
                  <a:pt x="77165" y="105030"/>
                </a:cubicBezTo>
                <a:cubicBezTo>
                  <a:pt x="80728" y="105030"/>
                  <a:pt x="83595" y="102163"/>
                  <a:pt x="83595" y="98599"/>
                </a:cubicBezTo>
                <a:lnTo>
                  <a:pt x="83595" y="71243"/>
                </a:lnTo>
                <a:lnTo>
                  <a:pt x="91901" y="79549"/>
                </a:lnTo>
                <a:cubicBezTo>
                  <a:pt x="94419" y="82068"/>
                  <a:pt x="98492" y="82068"/>
                  <a:pt x="100984" y="79549"/>
                </a:cubicBezTo>
                <a:cubicBezTo>
                  <a:pt x="103476" y="77031"/>
                  <a:pt x="103502" y="72958"/>
                  <a:pt x="100984" y="70466"/>
                </a:cubicBezTo>
                <a:lnTo>
                  <a:pt x="81693" y="511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748550" y="3703899"/>
            <a:ext cx="108887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 Langsung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08482" y="3943966"/>
            <a:ext cx="509286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tersimpan di cloud storage dengan enkripsi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99824" y="4595578"/>
            <a:ext cx="5650160" cy="2263494"/>
          </a:xfrm>
          <a:custGeom>
            <a:avLst/>
            <a:gdLst/>
            <a:ahLst/>
            <a:cxnLst/>
            <a:rect l="l" t="t" r="r" b="b"/>
            <a:pathLst>
              <a:path w="5650160" h="2263494">
                <a:moveTo>
                  <a:pt x="102876" y="0"/>
                </a:moveTo>
                <a:lnTo>
                  <a:pt x="5547285" y="0"/>
                </a:lnTo>
                <a:cubicBezTo>
                  <a:pt x="5604101" y="0"/>
                  <a:pt x="5650160" y="46059"/>
                  <a:pt x="5650160" y="102876"/>
                </a:cubicBezTo>
                <a:lnTo>
                  <a:pt x="5650160" y="2160618"/>
                </a:lnTo>
                <a:cubicBezTo>
                  <a:pt x="5650160" y="2217435"/>
                  <a:pt x="5604101" y="2263494"/>
                  <a:pt x="5547285" y="2263494"/>
                </a:cubicBezTo>
                <a:lnTo>
                  <a:pt x="102876" y="2263494"/>
                </a:lnTo>
                <a:cubicBezTo>
                  <a:pt x="46059" y="2263494"/>
                  <a:pt x="0" y="2217435"/>
                  <a:pt x="0" y="2160618"/>
                </a:cubicBezTo>
                <a:lnTo>
                  <a:pt x="0" y="102876"/>
                </a:lnTo>
                <a:cubicBezTo>
                  <a:pt x="0" y="46059"/>
                  <a:pt x="46059" y="0"/>
                  <a:pt x="102876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8" name="Shape 46"/>
          <p:cNvSpPr/>
          <p:nvPr/>
        </p:nvSpPr>
        <p:spPr>
          <a:xfrm>
            <a:off x="6405596" y="4801350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240068" y="0"/>
                </a:moveTo>
                <a:lnTo>
                  <a:pt x="240068" y="0"/>
                </a:lnTo>
                <a:cubicBezTo>
                  <a:pt x="372653" y="0"/>
                  <a:pt x="480135" y="107482"/>
                  <a:pt x="480135" y="240068"/>
                </a:cubicBezTo>
                <a:lnTo>
                  <a:pt x="480135" y="240068"/>
                </a:lnTo>
                <a:cubicBezTo>
                  <a:pt x="480135" y="372653"/>
                  <a:pt x="372653" y="480135"/>
                  <a:pt x="240068" y="480135"/>
                </a:cubicBezTo>
                <a:lnTo>
                  <a:pt x="240068" y="480135"/>
                </a:lnTo>
                <a:cubicBezTo>
                  <a:pt x="107482" y="480135"/>
                  <a:pt x="0" y="372653"/>
                  <a:pt x="0" y="240068"/>
                </a:cubicBezTo>
                <a:lnTo>
                  <a:pt x="0" y="240068"/>
                </a:lnTo>
                <a:cubicBezTo>
                  <a:pt x="0" y="107482"/>
                  <a:pt x="107482" y="0"/>
                  <a:pt x="2400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555638" y="4938532"/>
            <a:ext cx="180051" cy="205772"/>
          </a:xfrm>
          <a:custGeom>
            <a:avLst/>
            <a:gdLst/>
            <a:ahLst/>
            <a:cxnLst/>
            <a:rect l="l" t="t" r="r" b="b"/>
            <a:pathLst>
              <a:path w="180051" h="205772">
                <a:moveTo>
                  <a:pt x="90025" y="0"/>
                </a:moveTo>
                <a:cubicBezTo>
                  <a:pt x="82912" y="0"/>
                  <a:pt x="77165" y="5747"/>
                  <a:pt x="77165" y="12861"/>
                </a:cubicBezTo>
                <a:lnTo>
                  <a:pt x="77165" y="14147"/>
                </a:lnTo>
                <a:cubicBezTo>
                  <a:pt x="47826" y="20095"/>
                  <a:pt x="25722" y="46058"/>
                  <a:pt x="25722" y="77165"/>
                </a:cubicBezTo>
                <a:lnTo>
                  <a:pt x="25722" y="85886"/>
                </a:lnTo>
                <a:cubicBezTo>
                  <a:pt x="25722" y="105217"/>
                  <a:pt x="19130" y="123986"/>
                  <a:pt x="7073" y="139097"/>
                </a:cubicBezTo>
                <a:lnTo>
                  <a:pt x="3135" y="144000"/>
                </a:lnTo>
                <a:cubicBezTo>
                  <a:pt x="1085" y="146532"/>
                  <a:pt x="0" y="149667"/>
                  <a:pt x="0" y="152922"/>
                </a:cubicBezTo>
                <a:cubicBezTo>
                  <a:pt x="0" y="160800"/>
                  <a:pt x="6390" y="167190"/>
                  <a:pt x="14267" y="167190"/>
                </a:cubicBezTo>
                <a:lnTo>
                  <a:pt x="165743" y="167190"/>
                </a:lnTo>
                <a:cubicBezTo>
                  <a:pt x="173620" y="167190"/>
                  <a:pt x="180010" y="160800"/>
                  <a:pt x="180010" y="152922"/>
                </a:cubicBezTo>
                <a:cubicBezTo>
                  <a:pt x="180010" y="149667"/>
                  <a:pt x="178925" y="146532"/>
                  <a:pt x="176876" y="144000"/>
                </a:cubicBezTo>
                <a:lnTo>
                  <a:pt x="172937" y="139097"/>
                </a:lnTo>
                <a:cubicBezTo>
                  <a:pt x="160920" y="123986"/>
                  <a:pt x="154329" y="105217"/>
                  <a:pt x="154329" y="85886"/>
                </a:cubicBezTo>
                <a:lnTo>
                  <a:pt x="154329" y="77165"/>
                </a:lnTo>
                <a:cubicBezTo>
                  <a:pt x="154329" y="46058"/>
                  <a:pt x="132225" y="20095"/>
                  <a:pt x="102886" y="14147"/>
                </a:cubicBezTo>
                <a:lnTo>
                  <a:pt x="102886" y="12861"/>
                </a:lnTo>
                <a:cubicBezTo>
                  <a:pt x="102886" y="5747"/>
                  <a:pt x="97139" y="0"/>
                  <a:pt x="90025" y="0"/>
                </a:cubicBezTo>
                <a:close/>
                <a:moveTo>
                  <a:pt x="65108" y="186481"/>
                </a:moveTo>
                <a:cubicBezTo>
                  <a:pt x="67961" y="197573"/>
                  <a:pt x="78049" y="205772"/>
                  <a:pt x="90025" y="205772"/>
                </a:cubicBezTo>
                <a:cubicBezTo>
                  <a:pt x="102002" y="205772"/>
                  <a:pt x="112090" y="197573"/>
                  <a:pt x="114943" y="186481"/>
                </a:cubicBezTo>
                <a:lnTo>
                  <a:pt x="65108" y="1864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7022912" y="4904236"/>
            <a:ext cx="1354667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Real-time Alert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05596" y="5418667"/>
            <a:ext cx="5307207" cy="44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 hukum di pusat menerima </a:t>
            </a:r>
            <a:r>
              <a:rPr lang="en-US" sz="108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notifikasi instan</a:t>
            </a: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untuk memberikan bantuan hukum atau instruksi keberatan di tempat.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30246" y="6027409"/>
            <a:ext cx="105030" cy="120034"/>
          </a:xfrm>
          <a:custGeom>
            <a:avLst/>
            <a:gdLst/>
            <a:ahLst/>
            <a:cxnLst/>
            <a:rect l="l" t="t" r="r" b="b"/>
            <a:pathLst>
              <a:path w="105030" h="120034">
                <a:moveTo>
                  <a:pt x="79429" y="-2321"/>
                </a:moveTo>
                <a:cubicBezTo>
                  <a:pt x="82218" y="-305"/>
                  <a:pt x="83250" y="3353"/>
                  <a:pt x="81984" y="6541"/>
                </a:cubicBezTo>
                <a:lnTo>
                  <a:pt x="63604" y="52515"/>
                </a:lnTo>
                <a:lnTo>
                  <a:pt x="97527" y="52515"/>
                </a:lnTo>
                <a:cubicBezTo>
                  <a:pt x="100692" y="52515"/>
                  <a:pt x="103506" y="54484"/>
                  <a:pt x="104584" y="57461"/>
                </a:cubicBezTo>
                <a:cubicBezTo>
                  <a:pt x="105663" y="60439"/>
                  <a:pt x="104748" y="63768"/>
                  <a:pt x="102333" y="65784"/>
                </a:cubicBezTo>
                <a:lnTo>
                  <a:pt x="34814" y="122050"/>
                </a:lnTo>
                <a:cubicBezTo>
                  <a:pt x="32165" y="124254"/>
                  <a:pt x="28391" y="124371"/>
                  <a:pt x="25601" y="122355"/>
                </a:cubicBezTo>
                <a:cubicBezTo>
                  <a:pt x="22811" y="120339"/>
                  <a:pt x="21780" y="116681"/>
                  <a:pt x="23046" y="113493"/>
                </a:cubicBezTo>
                <a:lnTo>
                  <a:pt x="41426" y="67519"/>
                </a:lnTo>
                <a:lnTo>
                  <a:pt x="7502" y="67519"/>
                </a:lnTo>
                <a:cubicBezTo>
                  <a:pt x="4337" y="67519"/>
                  <a:pt x="1524" y="65550"/>
                  <a:pt x="445" y="62572"/>
                </a:cubicBezTo>
                <a:cubicBezTo>
                  <a:pt x="-633" y="59595"/>
                  <a:pt x="281" y="56266"/>
                  <a:pt x="2696" y="54250"/>
                </a:cubicBezTo>
                <a:lnTo>
                  <a:pt x="70215" y="-2016"/>
                </a:lnTo>
                <a:cubicBezTo>
                  <a:pt x="72864" y="-4220"/>
                  <a:pt x="76639" y="-4337"/>
                  <a:pt x="79429" y="-23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6624229" y="6001688"/>
            <a:ext cx="1551865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Notifikasi push ke tim hukum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22744" y="6267477"/>
            <a:ext cx="120034" cy="120034"/>
          </a:xfrm>
          <a:custGeom>
            <a:avLst/>
            <a:gdLst/>
            <a:ahLst/>
            <a:cxnLst/>
            <a:rect l="l" t="t" r="r" b="b"/>
            <a:pathLst>
              <a:path w="120034" h="120034">
                <a:moveTo>
                  <a:pt x="37557" y="5861"/>
                </a:moveTo>
                <a:cubicBezTo>
                  <a:pt x="35705" y="1430"/>
                  <a:pt x="30876" y="-914"/>
                  <a:pt x="26281" y="328"/>
                </a:cubicBezTo>
                <a:lnTo>
                  <a:pt x="24991" y="680"/>
                </a:lnTo>
                <a:cubicBezTo>
                  <a:pt x="9847" y="4806"/>
                  <a:pt x="-3095" y="19482"/>
                  <a:pt x="680" y="37346"/>
                </a:cubicBezTo>
                <a:cubicBezTo>
                  <a:pt x="9378" y="78374"/>
                  <a:pt x="41660" y="110656"/>
                  <a:pt x="82687" y="119354"/>
                </a:cubicBezTo>
                <a:cubicBezTo>
                  <a:pt x="100575" y="123152"/>
                  <a:pt x="115228" y="110187"/>
                  <a:pt x="119354" y="95042"/>
                </a:cubicBezTo>
                <a:lnTo>
                  <a:pt x="119706" y="93753"/>
                </a:lnTo>
                <a:cubicBezTo>
                  <a:pt x="120972" y="89134"/>
                  <a:pt x="118604" y="84305"/>
                  <a:pt x="114196" y="82476"/>
                </a:cubicBezTo>
                <a:lnTo>
                  <a:pt x="91385" y="72981"/>
                </a:lnTo>
                <a:cubicBezTo>
                  <a:pt x="87517" y="71364"/>
                  <a:pt x="83039" y="72489"/>
                  <a:pt x="80366" y="75748"/>
                </a:cubicBezTo>
                <a:lnTo>
                  <a:pt x="71317" y="86813"/>
                </a:lnTo>
                <a:cubicBezTo>
                  <a:pt x="54836" y="78631"/>
                  <a:pt x="41566" y="64940"/>
                  <a:pt x="33947" y="48131"/>
                </a:cubicBezTo>
                <a:lnTo>
                  <a:pt x="44309" y="39691"/>
                </a:lnTo>
                <a:cubicBezTo>
                  <a:pt x="47568" y="37042"/>
                  <a:pt x="48670" y="32564"/>
                  <a:pt x="47076" y="28672"/>
                </a:cubicBezTo>
                <a:lnTo>
                  <a:pt x="37557" y="58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6624229" y="6241755"/>
            <a:ext cx="109745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Hotline darurat 24/7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15242" y="6507544"/>
            <a:ext cx="135038" cy="120034"/>
          </a:xfrm>
          <a:custGeom>
            <a:avLst/>
            <a:gdLst/>
            <a:ahLst/>
            <a:cxnLst/>
            <a:rect l="l" t="t" r="r" b="b"/>
            <a:pathLst>
              <a:path w="135038" h="120034">
                <a:moveTo>
                  <a:pt x="90025" y="33759"/>
                </a:moveTo>
                <a:cubicBezTo>
                  <a:pt x="90025" y="56547"/>
                  <a:pt x="69863" y="75021"/>
                  <a:pt x="45013" y="75021"/>
                </a:cubicBezTo>
                <a:cubicBezTo>
                  <a:pt x="38753" y="75021"/>
                  <a:pt x="32798" y="73849"/>
                  <a:pt x="27383" y="71739"/>
                </a:cubicBezTo>
                <a:lnTo>
                  <a:pt x="8252" y="81867"/>
                </a:lnTo>
                <a:cubicBezTo>
                  <a:pt x="6072" y="83016"/>
                  <a:pt x="3399" y="82617"/>
                  <a:pt x="1641" y="80882"/>
                </a:cubicBezTo>
                <a:cubicBezTo>
                  <a:pt x="-117" y="79147"/>
                  <a:pt x="-516" y="76451"/>
                  <a:pt x="656" y="74271"/>
                </a:cubicBezTo>
                <a:lnTo>
                  <a:pt x="9003" y="58516"/>
                </a:lnTo>
                <a:cubicBezTo>
                  <a:pt x="3353" y="51624"/>
                  <a:pt x="0" y="43043"/>
                  <a:pt x="0" y="33759"/>
                </a:cubicBezTo>
                <a:cubicBezTo>
                  <a:pt x="0" y="10972"/>
                  <a:pt x="20162" y="-7502"/>
                  <a:pt x="45013" y="-7502"/>
                </a:cubicBezTo>
                <a:cubicBezTo>
                  <a:pt x="69863" y="-7502"/>
                  <a:pt x="90025" y="10972"/>
                  <a:pt x="90025" y="33759"/>
                </a:cubicBezTo>
                <a:close/>
                <a:moveTo>
                  <a:pt x="90025" y="120034"/>
                </a:moveTo>
                <a:cubicBezTo>
                  <a:pt x="67964" y="120034"/>
                  <a:pt x="49608" y="105475"/>
                  <a:pt x="45763" y="86274"/>
                </a:cubicBezTo>
                <a:cubicBezTo>
                  <a:pt x="73896" y="85923"/>
                  <a:pt x="98348" y="65901"/>
                  <a:pt x="101044" y="38753"/>
                </a:cubicBezTo>
                <a:cubicBezTo>
                  <a:pt x="120573" y="43254"/>
                  <a:pt x="135038" y="59454"/>
                  <a:pt x="135038" y="78772"/>
                </a:cubicBezTo>
                <a:cubicBezTo>
                  <a:pt x="135038" y="88056"/>
                  <a:pt x="131685" y="96637"/>
                  <a:pt x="126035" y="103529"/>
                </a:cubicBezTo>
                <a:lnTo>
                  <a:pt x="134382" y="119284"/>
                </a:lnTo>
                <a:cubicBezTo>
                  <a:pt x="135530" y="121464"/>
                  <a:pt x="135132" y="124136"/>
                  <a:pt x="133397" y="125895"/>
                </a:cubicBezTo>
                <a:cubicBezTo>
                  <a:pt x="131662" y="127653"/>
                  <a:pt x="128966" y="128052"/>
                  <a:pt x="126786" y="126879"/>
                </a:cubicBezTo>
                <a:lnTo>
                  <a:pt x="107655" y="116752"/>
                </a:lnTo>
                <a:cubicBezTo>
                  <a:pt x="102240" y="118862"/>
                  <a:pt x="96285" y="120034"/>
                  <a:pt x="90025" y="12003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6624229" y="6481823"/>
            <a:ext cx="1783359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 langsung dengan tim hukum</a:t>
            </a:r>
            <a:endParaRPr lang="en-US" sz="16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20465C5D-CAB1-47F5-9F93-B887438CA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2367" y="150385"/>
            <a:ext cx="1188633" cy="11614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2496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kern="0" spc="58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FITUR KEAMANAN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67040"/>
            <a:ext cx="11673191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02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GPS Geofencing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0578" y="1185848"/>
            <a:ext cx="11534225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Validasi lokasi fisik untuk mencegah manipulasi data dari luar TPS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0578" y="1593483"/>
            <a:ext cx="6781568" cy="2705216"/>
          </a:xfrm>
          <a:custGeom>
            <a:avLst/>
            <a:gdLst/>
            <a:ahLst/>
            <a:cxnLst/>
            <a:rect l="l" t="t" r="r" b="b"/>
            <a:pathLst>
              <a:path w="6781568" h="2705216">
                <a:moveTo>
                  <a:pt x="111184" y="0"/>
                </a:moveTo>
                <a:lnTo>
                  <a:pt x="6670384" y="0"/>
                </a:lnTo>
                <a:cubicBezTo>
                  <a:pt x="6731789" y="0"/>
                  <a:pt x="6781568" y="49779"/>
                  <a:pt x="6781568" y="111184"/>
                </a:cubicBezTo>
                <a:lnTo>
                  <a:pt x="6781568" y="2594031"/>
                </a:lnTo>
                <a:cubicBezTo>
                  <a:pt x="6781568" y="2655437"/>
                  <a:pt x="6731789" y="2705216"/>
                  <a:pt x="6670384" y="2705216"/>
                </a:cubicBezTo>
                <a:lnTo>
                  <a:pt x="111184" y="2705216"/>
                </a:lnTo>
                <a:cubicBezTo>
                  <a:pt x="49779" y="2705216"/>
                  <a:pt x="0" y="2655437"/>
                  <a:pt x="0" y="2594031"/>
                </a:cubicBezTo>
                <a:lnTo>
                  <a:pt x="0" y="111184"/>
                </a:lnTo>
                <a:cubicBezTo>
                  <a:pt x="0" y="49820"/>
                  <a:pt x="49820" y="0"/>
                  <a:pt x="111184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6" name="Shape 4"/>
          <p:cNvSpPr/>
          <p:nvPr/>
        </p:nvSpPr>
        <p:spPr>
          <a:xfrm>
            <a:off x="592924" y="1815830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259404" y="0"/>
                </a:moveTo>
                <a:lnTo>
                  <a:pt x="259404" y="0"/>
                </a:lnTo>
                <a:cubicBezTo>
                  <a:pt x="402669" y="0"/>
                  <a:pt x="518809" y="116139"/>
                  <a:pt x="518809" y="259404"/>
                </a:cubicBezTo>
                <a:lnTo>
                  <a:pt x="518809" y="259404"/>
                </a:lnTo>
                <a:cubicBezTo>
                  <a:pt x="518809" y="402669"/>
                  <a:pt x="402669" y="518809"/>
                  <a:pt x="259404" y="518809"/>
                </a:cubicBezTo>
                <a:lnTo>
                  <a:pt x="259404" y="518809"/>
                </a:lnTo>
                <a:cubicBezTo>
                  <a:pt x="116139" y="518809"/>
                  <a:pt x="0" y="402669"/>
                  <a:pt x="0" y="259404"/>
                </a:cubicBezTo>
                <a:lnTo>
                  <a:pt x="0" y="259404"/>
                </a:lnTo>
                <a:cubicBezTo>
                  <a:pt x="0" y="116139"/>
                  <a:pt x="116139" y="0"/>
                  <a:pt x="25940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3362" y="1964061"/>
            <a:ext cx="277933" cy="222347"/>
          </a:xfrm>
          <a:custGeom>
            <a:avLst/>
            <a:gdLst/>
            <a:ahLst/>
            <a:cxnLst/>
            <a:rect l="l" t="t" r="r" b="b"/>
            <a:pathLst>
              <a:path w="277933" h="222347">
                <a:moveTo>
                  <a:pt x="250140" y="20845"/>
                </a:moveTo>
                <a:cubicBezTo>
                  <a:pt x="250140" y="16025"/>
                  <a:pt x="247664" y="11552"/>
                  <a:pt x="243539" y="9033"/>
                </a:cubicBezTo>
                <a:cubicBezTo>
                  <a:pt x="239413" y="6514"/>
                  <a:pt x="234332" y="6253"/>
                  <a:pt x="230033" y="8425"/>
                </a:cubicBezTo>
                <a:lnTo>
                  <a:pt x="179571" y="33656"/>
                </a:lnTo>
                <a:lnTo>
                  <a:pt x="101663" y="7643"/>
                </a:lnTo>
                <a:cubicBezTo>
                  <a:pt x="98145" y="6471"/>
                  <a:pt x="94367" y="6731"/>
                  <a:pt x="91067" y="8381"/>
                </a:cubicBezTo>
                <a:lnTo>
                  <a:pt x="35480" y="36175"/>
                </a:lnTo>
                <a:cubicBezTo>
                  <a:pt x="30746" y="38563"/>
                  <a:pt x="27793" y="43384"/>
                  <a:pt x="27793" y="48638"/>
                </a:cubicBezTo>
                <a:lnTo>
                  <a:pt x="27793" y="201502"/>
                </a:lnTo>
                <a:cubicBezTo>
                  <a:pt x="27793" y="206322"/>
                  <a:pt x="30269" y="210795"/>
                  <a:pt x="34394" y="213314"/>
                </a:cubicBezTo>
                <a:cubicBezTo>
                  <a:pt x="38520" y="215832"/>
                  <a:pt x="43601" y="216093"/>
                  <a:pt x="47900" y="213922"/>
                </a:cubicBezTo>
                <a:lnTo>
                  <a:pt x="98319" y="188691"/>
                </a:lnTo>
                <a:lnTo>
                  <a:pt x="173578" y="213791"/>
                </a:lnTo>
                <a:cubicBezTo>
                  <a:pt x="171711" y="211012"/>
                  <a:pt x="169887" y="208102"/>
                  <a:pt x="168106" y="205149"/>
                </a:cubicBezTo>
                <a:cubicBezTo>
                  <a:pt x="163329" y="197202"/>
                  <a:pt x="158596" y="188083"/>
                  <a:pt x="155078" y="178311"/>
                </a:cubicBezTo>
                <a:lnTo>
                  <a:pt x="111130" y="163677"/>
                </a:lnTo>
                <a:lnTo>
                  <a:pt x="111130" y="40127"/>
                </a:lnTo>
                <a:lnTo>
                  <a:pt x="166716" y="58670"/>
                </a:lnTo>
                <a:lnTo>
                  <a:pt x="166716" y="101793"/>
                </a:lnTo>
                <a:cubicBezTo>
                  <a:pt x="180179" y="86246"/>
                  <a:pt x="200155" y="76432"/>
                  <a:pt x="222303" y="76432"/>
                </a:cubicBezTo>
                <a:cubicBezTo>
                  <a:pt x="232118" y="76432"/>
                  <a:pt x="241498" y="78342"/>
                  <a:pt x="250096" y="81860"/>
                </a:cubicBezTo>
                <a:lnTo>
                  <a:pt x="250140" y="20845"/>
                </a:lnTo>
                <a:close/>
                <a:moveTo>
                  <a:pt x="222347" y="97277"/>
                </a:moveTo>
                <a:cubicBezTo>
                  <a:pt x="193554" y="97277"/>
                  <a:pt x="170234" y="120206"/>
                  <a:pt x="170234" y="148477"/>
                </a:cubicBezTo>
                <a:cubicBezTo>
                  <a:pt x="170234" y="178398"/>
                  <a:pt x="198071" y="213791"/>
                  <a:pt x="213053" y="230684"/>
                </a:cubicBezTo>
                <a:cubicBezTo>
                  <a:pt x="218091" y="236330"/>
                  <a:pt x="226646" y="236330"/>
                  <a:pt x="231683" y="230684"/>
                </a:cubicBezTo>
                <a:cubicBezTo>
                  <a:pt x="246666" y="213791"/>
                  <a:pt x="274502" y="178398"/>
                  <a:pt x="274502" y="148477"/>
                </a:cubicBezTo>
                <a:cubicBezTo>
                  <a:pt x="274502" y="120206"/>
                  <a:pt x="251182" y="97277"/>
                  <a:pt x="222390" y="97277"/>
                </a:cubicBezTo>
                <a:close/>
                <a:moveTo>
                  <a:pt x="204976" y="149389"/>
                </a:moveTo>
                <a:cubicBezTo>
                  <a:pt x="204976" y="139802"/>
                  <a:pt x="212759" y="132018"/>
                  <a:pt x="222347" y="132018"/>
                </a:cubicBezTo>
                <a:cubicBezTo>
                  <a:pt x="231934" y="132018"/>
                  <a:pt x="239717" y="139802"/>
                  <a:pt x="239717" y="149389"/>
                </a:cubicBezTo>
                <a:cubicBezTo>
                  <a:pt x="239717" y="158976"/>
                  <a:pt x="231934" y="166760"/>
                  <a:pt x="222347" y="166760"/>
                </a:cubicBezTo>
                <a:cubicBezTo>
                  <a:pt x="212759" y="166760"/>
                  <a:pt x="204976" y="158976"/>
                  <a:pt x="204976" y="14938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59964" y="1834359"/>
            <a:ext cx="215861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Mekanisme Geofencing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9964" y="2130821"/>
            <a:ext cx="211229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Radius Validasi &lt; 50 Meter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2924" y="2482869"/>
            <a:ext cx="6410991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 foto C1 dan selfie </a:t>
            </a:r>
            <a:r>
              <a:rPr lang="en-US" sz="11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hanya bisa dilakukan</a:t>
            </a:r>
            <a:r>
              <a:rPr lang="en-US" sz="116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jika radius GPS saksi berada dalam jarak </a:t>
            </a:r>
            <a:r>
              <a:rPr lang="en-US" sz="1167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&lt;50 meter </a:t>
            </a:r>
            <a:r>
              <a:rPr lang="en-US" sz="116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dari titik koordinat TPS yang ditentukan.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2924" y="3112851"/>
            <a:ext cx="3094322" cy="963502"/>
          </a:xfrm>
          <a:custGeom>
            <a:avLst/>
            <a:gdLst/>
            <a:ahLst/>
            <a:cxnLst/>
            <a:rect l="l" t="t" r="r" b="b"/>
            <a:pathLst>
              <a:path w="3094322" h="963502">
                <a:moveTo>
                  <a:pt x="74113" y="0"/>
                </a:moveTo>
                <a:lnTo>
                  <a:pt x="3020210" y="0"/>
                </a:lnTo>
                <a:cubicBezTo>
                  <a:pt x="3061141" y="0"/>
                  <a:pt x="3094322" y="33181"/>
                  <a:pt x="3094322" y="74113"/>
                </a:cubicBezTo>
                <a:lnTo>
                  <a:pt x="3094322" y="889389"/>
                </a:lnTo>
                <a:cubicBezTo>
                  <a:pt x="3094322" y="930293"/>
                  <a:pt x="3061113" y="963502"/>
                  <a:pt x="3020210" y="963502"/>
                </a:cubicBezTo>
                <a:lnTo>
                  <a:pt x="74113" y="963502"/>
                </a:lnTo>
                <a:cubicBezTo>
                  <a:pt x="33181" y="963502"/>
                  <a:pt x="0" y="930320"/>
                  <a:pt x="0" y="889389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0419" y="3298140"/>
            <a:ext cx="166760" cy="148231"/>
          </a:xfrm>
          <a:custGeom>
            <a:avLst/>
            <a:gdLst/>
            <a:ahLst/>
            <a:cxnLst/>
            <a:rect l="l" t="t" r="r" b="b"/>
            <a:pathLst>
              <a:path w="166760" h="148231">
                <a:moveTo>
                  <a:pt x="83380" y="-4632"/>
                </a:moveTo>
                <a:cubicBezTo>
                  <a:pt x="88504" y="-4632"/>
                  <a:pt x="92644" y="-492"/>
                  <a:pt x="92644" y="4632"/>
                </a:cubicBezTo>
                <a:lnTo>
                  <a:pt x="92644" y="9930"/>
                </a:lnTo>
                <a:cubicBezTo>
                  <a:pt x="121046" y="13984"/>
                  <a:pt x="143512" y="36450"/>
                  <a:pt x="147565" y="64851"/>
                </a:cubicBezTo>
                <a:lnTo>
                  <a:pt x="152863" y="64851"/>
                </a:lnTo>
                <a:cubicBezTo>
                  <a:pt x="157988" y="64851"/>
                  <a:pt x="162128" y="68991"/>
                  <a:pt x="162128" y="74116"/>
                </a:cubicBezTo>
                <a:cubicBezTo>
                  <a:pt x="162128" y="79240"/>
                  <a:pt x="157988" y="83380"/>
                  <a:pt x="152863" y="83380"/>
                </a:cubicBezTo>
                <a:lnTo>
                  <a:pt x="147565" y="83380"/>
                </a:lnTo>
                <a:cubicBezTo>
                  <a:pt x="143512" y="111781"/>
                  <a:pt x="121046" y="134247"/>
                  <a:pt x="92644" y="138301"/>
                </a:cubicBezTo>
                <a:lnTo>
                  <a:pt x="92644" y="143599"/>
                </a:lnTo>
                <a:cubicBezTo>
                  <a:pt x="92644" y="148723"/>
                  <a:pt x="88504" y="152863"/>
                  <a:pt x="83380" y="152863"/>
                </a:cubicBezTo>
                <a:cubicBezTo>
                  <a:pt x="78256" y="152863"/>
                  <a:pt x="74116" y="148723"/>
                  <a:pt x="74116" y="143599"/>
                </a:cubicBezTo>
                <a:lnTo>
                  <a:pt x="74116" y="138301"/>
                </a:lnTo>
                <a:cubicBezTo>
                  <a:pt x="45714" y="134247"/>
                  <a:pt x="23248" y="111781"/>
                  <a:pt x="19195" y="83380"/>
                </a:cubicBezTo>
                <a:lnTo>
                  <a:pt x="13897" y="83380"/>
                </a:lnTo>
                <a:cubicBezTo>
                  <a:pt x="8772" y="83380"/>
                  <a:pt x="4632" y="79240"/>
                  <a:pt x="4632" y="74116"/>
                </a:cubicBezTo>
                <a:cubicBezTo>
                  <a:pt x="4632" y="68991"/>
                  <a:pt x="8772" y="64851"/>
                  <a:pt x="13897" y="64851"/>
                </a:cubicBezTo>
                <a:lnTo>
                  <a:pt x="19195" y="64851"/>
                </a:lnTo>
                <a:cubicBezTo>
                  <a:pt x="23248" y="36450"/>
                  <a:pt x="45714" y="13984"/>
                  <a:pt x="74116" y="9930"/>
                </a:cubicBezTo>
                <a:lnTo>
                  <a:pt x="74116" y="4632"/>
                </a:lnTo>
                <a:cubicBezTo>
                  <a:pt x="74116" y="-492"/>
                  <a:pt x="78256" y="-4632"/>
                  <a:pt x="83380" y="-4632"/>
                </a:cubicBezTo>
                <a:close/>
                <a:moveTo>
                  <a:pt x="37984" y="83380"/>
                </a:moveTo>
                <a:cubicBezTo>
                  <a:pt x="41661" y="101532"/>
                  <a:pt x="55963" y="115834"/>
                  <a:pt x="74116" y="119511"/>
                </a:cubicBezTo>
                <a:lnTo>
                  <a:pt x="74116" y="115805"/>
                </a:lnTo>
                <a:cubicBezTo>
                  <a:pt x="74116" y="110681"/>
                  <a:pt x="78256" y="106541"/>
                  <a:pt x="83380" y="106541"/>
                </a:cubicBezTo>
                <a:cubicBezTo>
                  <a:pt x="88504" y="106541"/>
                  <a:pt x="92644" y="110681"/>
                  <a:pt x="92644" y="115805"/>
                </a:cubicBezTo>
                <a:lnTo>
                  <a:pt x="92644" y="119511"/>
                </a:lnTo>
                <a:cubicBezTo>
                  <a:pt x="110797" y="115834"/>
                  <a:pt x="125099" y="101532"/>
                  <a:pt x="128776" y="83380"/>
                </a:cubicBezTo>
                <a:lnTo>
                  <a:pt x="125070" y="83380"/>
                </a:lnTo>
                <a:cubicBezTo>
                  <a:pt x="119946" y="83380"/>
                  <a:pt x="115805" y="79240"/>
                  <a:pt x="115805" y="74116"/>
                </a:cubicBezTo>
                <a:cubicBezTo>
                  <a:pt x="115805" y="68991"/>
                  <a:pt x="119946" y="64851"/>
                  <a:pt x="125070" y="64851"/>
                </a:cubicBezTo>
                <a:lnTo>
                  <a:pt x="128776" y="64851"/>
                </a:lnTo>
                <a:cubicBezTo>
                  <a:pt x="125099" y="46699"/>
                  <a:pt x="110797" y="32397"/>
                  <a:pt x="92644" y="28720"/>
                </a:cubicBezTo>
                <a:lnTo>
                  <a:pt x="92644" y="32426"/>
                </a:lnTo>
                <a:cubicBezTo>
                  <a:pt x="92644" y="37550"/>
                  <a:pt x="88504" y="41690"/>
                  <a:pt x="83380" y="41690"/>
                </a:cubicBezTo>
                <a:cubicBezTo>
                  <a:pt x="78256" y="41690"/>
                  <a:pt x="74116" y="37550"/>
                  <a:pt x="74116" y="32426"/>
                </a:cubicBezTo>
                <a:lnTo>
                  <a:pt x="74116" y="28720"/>
                </a:lnTo>
                <a:cubicBezTo>
                  <a:pt x="55963" y="32397"/>
                  <a:pt x="41661" y="46699"/>
                  <a:pt x="37984" y="64851"/>
                </a:cubicBezTo>
                <a:lnTo>
                  <a:pt x="41690" y="64851"/>
                </a:lnTo>
                <a:cubicBezTo>
                  <a:pt x="46814" y="64851"/>
                  <a:pt x="50954" y="68991"/>
                  <a:pt x="50954" y="74116"/>
                </a:cubicBezTo>
                <a:cubicBezTo>
                  <a:pt x="50954" y="79240"/>
                  <a:pt x="46814" y="83380"/>
                  <a:pt x="41690" y="83380"/>
                </a:cubicBezTo>
                <a:lnTo>
                  <a:pt x="37984" y="83380"/>
                </a:lnTo>
                <a:close/>
                <a:moveTo>
                  <a:pt x="83380" y="60219"/>
                </a:moveTo>
                <a:cubicBezTo>
                  <a:pt x="91050" y="60219"/>
                  <a:pt x="97277" y="66446"/>
                  <a:pt x="97277" y="74116"/>
                </a:cubicBezTo>
                <a:cubicBezTo>
                  <a:pt x="97277" y="81785"/>
                  <a:pt x="91050" y="88012"/>
                  <a:pt x="83380" y="88012"/>
                </a:cubicBezTo>
                <a:cubicBezTo>
                  <a:pt x="75710" y="88012"/>
                  <a:pt x="69483" y="81785"/>
                  <a:pt x="69483" y="74116"/>
                </a:cubicBezTo>
                <a:cubicBezTo>
                  <a:pt x="69483" y="66446"/>
                  <a:pt x="75710" y="60219"/>
                  <a:pt x="83380" y="602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26444" y="3261082"/>
            <a:ext cx="268668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Koordinat TPS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1155" y="3557544"/>
            <a:ext cx="2862711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Latitude &amp; longitude tercatat di database master wilayah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34174" y="3112851"/>
            <a:ext cx="3094322" cy="963502"/>
          </a:xfrm>
          <a:custGeom>
            <a:avLst/>
            <a:gdLst/>
            <a:ahLst/>
            <a:cxnLst/>
            <a:rect l="l" t="t" r="r" b="b"/>
            <a:pathLst>
              <a:path w="3094322" h="963502">
                <a:moveTo>
                  <a:pt x="74113" y="0"/>
                </a:moveTo>
                <a:lnTo>
                  <a:pt x="3020210" y="0"/>
                </a:lnTo>
                <a:cubicBezTo>
                  <a:pt x="3061141" y="0"/>
                  <a:pt x="3094322" y="33181"/>
                  <a:pt x="3094322" y="74113"/>
                </a:cubicBezTo>
                <a:lnTo>
                  <a:pt x="3094322" y="889389"/>
                </a:lnTo>
                <a:cubicBezTo>
                  <a:pt x="3094322" y="930293"/>
                  <a:pt x="3061113" y="963502"/>
                  <a:pt x="3020210" y="963502"/>
                </a:cubicBezTo>
                <a:lnTo>
                  <a:pt x="74113" y="963502"/>
                </a:lnTo>
                <a:cubicBezTo>
                  <a:pt x="33181" y="963502"/>
                  <a:pt x="0" y="930320"/>
                  <a:pt x="0" y="889389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019463" y="3298140"/>
            <a:ext cx="111173" cy="148231"/>
          </a:xfrm>
          <a:custGeom>
            <a:avLst/>
            <a:gdLst/>
            <a:ahLst/>
            <a:cxnLst/>
            <a:rect l="l" t="t" r="r" b="b"/>
            <a:pathLst>
              <a:path w="111173" h="148231">
                <a:moveTo>
                  <a:pt x="4632" y="18529"/>
                </a:moveTo>
                <a:cubicBezTo>
                  <a:pt x="4632" y="8309"/>
                  <a:pt x="12941" y="0"/>
                  <a:pt x="23161" y="0"/>
                </a:cubicBezTo>
                <a:lnTo>
                  <a:pt x="88012" y="0"/>
                </a:lnTo>
                <a:cubicBezTo>
                  <a:pt x="98232" y="0"/>
                  <a:pt x="106541" y="8309"/>
                  <a:pt x="106541" y="18529"/>
                </a:cubicBezTo>
                <a:lnTo>
                  <a:pt x="106541" y="129702"/>
                </a:lnTo>
                <a:cubicBezTo>
                  <a:pt x="106541" y="139922"/>
                  <a:pt x="98232" y="148231"/>
                  <a:pt x="88012" y="148231"/>
                </a:cubicBezTo>
                <a:lnTo>
                  <a:pt x="23161" y="148231"/>
                </a:lnTo>
                <a:cubicBezTo>
                  <a:pt x="12941" y="148231"/>
                  <a:pt x="4632" y="139922"/>
                  <a:pt x="4632" y="129702"/>
                </a:cubicBezTo>
                <a:lnTo>
                  <a:pt x="4632" y="18529"/>
                </a:lnTo>
                <a:close/>
                <a:moveTo>
                  <a:pt x="23161" y="18529"/>
                </a:moveTo>
                <a:lnTo>
                  <a:pt x="23161" y="106541"/>
                </a:lnTo>
                <a:lnTo>
                  <a:pt x="88012" y="106541"/>
                </a:lnTo>
                <a:lnTo>
                  <a:pt x="88012" y="18529"/>
                </a:lnTo>
                <a:lnTo>
                  <a:pt x="23161" y="18529"/>
                </a:lnTo>
                <a:close/>
                <a:moveTo>
                  <a:pt x="55587" y="136650"/>
                </a:moveTo>
                <a:cubicBezTo>
                  <a:pt x="60711" y="136650"/>
                  <a:pt x="64851" y="132510"/>
                  <a:pt x="64851" y="127386"/>
                </a:cubicBezTo>
                <a:cubicBezTo>
                  <a:pt x="64851" y="122262"/>
                  <a:pt x="60711" y="118122"/>
                  <a:pt x="55587" y="118122"/>
                </a:cubicBezTo>
                <a:cubicBezTo>
                  <a:pt x="50462" y="118122"/>
                  <a:pt x="46322" y="122262"/>
                  <a:pt x="46322" y="127386"/>
                </a:cubicBezTo>
                <a:cubicBezTo>
                  <a:pt x="46322" y="132510"/>
                  <a:pt x="50462" y="136650"/>
                  <a:pt x="55587" y="1366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67694" y="3261082"/>
            <a:ext cx="268668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Deteksi Real-time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82405" y="3557544"/>
            <a:ext cx="2862711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device mendeteksi lokasi saat ini dan menghitung jarak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9106" y="4483988"/>
            <a:ext cx="6763040" cy="2371696"/>
          </a:xfrm>
          <a:custGeom>
            <a:avLst/>
            <a:gdLst/>
            <a:ahLst/>
            <a:cxnLst/>
            <a:rect l="l" t="t" r="r" b="b"/>
            <a:pathLst>
              <a:path w="6763040" h="2371696">
                <a:moveTo>
                  <a:pt x="37058" y="0"/>
                </a:moveTo>
                <a:lnTo>
                  <a:pt x="6651854" y="0"/>
                </a:lnTo>
                <a:cubicBezTo>
                  <a:pt x="6713260" y="0"/>
                  <a:pt x="6763040" y="49779"/>
                  <a:pt x="6763040" y="111185"/>
                </a:cubicBezTo>
                <a:lnTo>
                  <a:pt x="6763040" y="2260511"/>
                </a:lnTo>
                <a:cubicBezTo>
                  <a:pt x="6763040" y="2321917"/>
                  <a:pt x="6713260" y="2371696"/>
                  <a:pt x="6651854" y="2371696"/>
                </a:cubicBezTo>
                <a:lnTo>
                  <a:pt x="37058" y="2371696"/>
                </a:lnTo>
                <a:cubicBezTo>
                  <a:pt x="16591" y="2371696"/>
                  <a:pt x="0" y="2355105"/>
                  <a:pt x="0" y="2334638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6B7A8F">
              <a:alpha val="5098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89106" y="4483988"/>
            <a:ext cx="37058" cy="2371696"/>
          </a:xfrm>
          <a:custGeom>
            <a:avLst/>
            <a:gdLst/>
            <a:ahLst/>
            <a:cxnLst/>
            <a:rect l="l" t="t" r="r" b="b"/>
            <a:pathLst>
              <a:path w="37058" h="2371696">
                <a:moveTo>
                  <a:pt x="37058" y="0"/>
                </a:moveTo>
                <a:lnTo>
                  <a:pt x="37058" y="0"/>
                </a:lnTo>
                <a:lnTo>
                  <a:pt x="37058" y="2371696"/>
                </a:lnTo>
                <a:lnTo>
                  <a:pt x="37058" y="2371696"/>
                </a:lnTo>
                <a:cubicBezTo>
                  <a:pt x="16591" y="2371696"/>
                  <a:pt x="0" y="2355105"/>
                  <a:pt x="0" y="2334638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1" name="Text 19"/>
          <p:cNvSpPr/>
          <p:nvPr/>
        </p:nvSpPr>
        <p:spPr>
          <a:xfrm>
            <a:off x="629982" y="5021325"/>
            <a:ext cx="639246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Alur Validasi GPS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52988" y="5428960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23" name="Text 21"/>
          <p:cNvSpPr/>
          <p:nvPr/>
        </p:nvSpPr>
        <p:spPr>
          <a:xfrm>
            <a:off x="1115930" y="5428960"/>
            <a:ext cx="518809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7556" y="5947769"/>
            <a:ext cx="155642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Saksi Membuka Kamera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2188" y="6170116"/>
            <a:ext cx="1547161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Aplikasi aktifkan GPS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755157" y="5428960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7" name="Text 25"/>
          <p:cNvSpPr/>
          <p:nvPr/>
        </p:nvSpPr>
        <p:spPr>
          <a:xfrm>
            <a:off x="2718099" y="5428960"/>
            <a:ext cx="518809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199580" y="5947769"/>
            <a:ext cx="155642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 Cek Lokasi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204212" y="6170116"/>
            <a:ext cx="1547161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Bandngkan koordinat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57181" y="5428960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1" name="Text 29"/>
          <p:cNvSpPr/>
          <p:nvPr/>
        </p:nvSpPr>
        <p:spPr>
          <a:xfrm>
            <a:off x="4320123" y="5428960"/>
            <a:ext cx="518809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801749" y="5947769"/>
            <a:ext cx="155642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Validasi Radius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806381" y="6170116"/>
            <a:ext cx="1547161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Cek &lt;50 meter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59350" y="5428960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35" name="Text 33"/>
          <p:cNvSpPr/>
          <p:nvPr/>
        </p:nvSpPr>
        <p:spPr>
          <a:xfrm>
            <a:off x="5922292" y="5428960"/>
            <a:ext cx="518809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03773" y="5947769"/>
            <a:ext cx="155642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Izinkan/Kunci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08405" y="6170116"/>
            <a:ext cx="1547161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Akses kamera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90416" y="1593483"/>
            <a:ext cx="4428401" cy="3112851"/>
          </a:xfrm>
          <a:custGeom>
            <a:avLst/>
            <a:gdLst/>
            <a:ahLst/>
            <a:cxnLst/>
            <a:rect l="l" t="t" r="r" b="b"/>
            <a:pathLst>
              <a:path w="4428401" h="3112851">
                <a:moveTo>
                  <a:pt x="37058" y="0"/>
                </a:moveTo>
                <a:lnTo>
                  <a:pt x="4317241" y="0"/>
                </a:lnTo>
                <a:cubicBezTo>
                  <a:pt x="4378633" y="0"/>
                  <a:pt x="4428401" y="49768"/>
                  <a:pt x="4428401" y="111160"/>
                </a:cubicBezTo>
                <a:lnTo>
                  <a:pt x="4428401" y="3001691"/>
                </a:lnTo>
                <a:cubicBezTo>
                  <a:pt x="4428401" y="3063083"/>
                  <a:pt x="4378633" y="3112851"/>
                  <a:pt x="4317241" y="3112851"/>
                </a:cubicBezTo>
                <a:lnTo>
                  <a:pt x="37058" y="3112851"/>
                </a:lnTo>
                <a:cubicBezTo>
                  <a:pt x="16591" y="3112851"/>
                  <a:pt x="0" y="3096260"/>
                  <a:pt x="0" y="3075793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B0A59A">
              <a:alpha val="5098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90416" y="1593483"/>
            <a:ext cx="37058" cy="3112851"/>
          </a:xfrm>
          <a:custGeom>
            <a:avLst/>
            <a:gdLst/>
            <a:ahLst/>
            <a:cxnLst/>
            <a:rect l="l" t="t" r="r" b="b"/>
            <a:pathLst>
              <a:path w="37058" h="3112851">
                <a:moveTo>
                  <a:pt x="37058" y="0"/>
                </a:moveTo>
                <a:lnTo>
                  <a:pt x="37058" y="0"/>
                </a:lnTo>
                <a:lnTo>
                  <a:pt x="37058" y="3112851"/>
                </a:lnTo>
                <a:lnTo>
                  <a:pt x="37058" y="3112851"/>
                </a:lnTo>
                <a:cubicBezTo>
                  <a:pt x="16591" y="3112851"/>
                  <a:pt x="0" y="3096260"/>
                  <a:pt x="0" y="3075793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40" name="Text 38"/>
          <p:cNvSpPr/>
          <p:nvPr/>
        </p:nvSpPr>
        <p:spPr>
          <a:xfrm>
            <a:off x="7631291" y="1815830"/>
            <a:ext cx="4057824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Manfaat GPS Geofencing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654452" y="2260523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92644" y="0"/>
                </a:moveTo>
                <a:cubicBezTo>
                  <a:pt x="94309" y="0"/>
                  <a:pt x="95974" y="362"/>
                  <a:pt x="97494" y="1049"/>
                </a:cubicBezTo>
                <a:lnTo>
                  <a:pt x="165674" y="29965"/>
                </a:lnTo>
                <a:cubicBezTo>
                  <a:pt x="173636" y="33330"/>
                  <a:pt x="179571" y="41183"/>
                  <a:pt x="179535" y="50665"/>
                </a:cubicBezTo>
                <a:cubicBezTo>
                  <a:pt x="179354" y="86565"/>
                  <a:pt x="164589" y="152248"/>
                  <a:pt x="102235" y="182104"/>
                </a:cubicBezTo>
                <a:cubicBezTo>
                  <a:pt x="96191" y="184999"/>
                  <a:pt x="89170" y="184999"/>
                  <a:pt x="83127" y="182104"/>
                </a:cubicBezTo>
                <a:cubicBezTo>
                  <a:pt x="20736" y="152248"/>
                  <a:pt x="6007" y="86565"/>
                  <a:pt x="5826" y="50665"/>
                </a:cubicBezTo>
                <a:cubicBezTo>
                  <a:pt x="5790" y="41183"/>
                  <a:pt x="11725" y="33330"/>
                  <a:pt x="19687" y="29965"/>
                </a:cubicBezTo>
                <a:lnTo>
                  <a:pt x="87831" y="1049"/>
                </a:lnTo>
                <a:cubicBezTo>
                  <a:pt x="89351" y="362"/>
                  <a:pt x="90980" y="0"/>
                  <a:pt x="92644" y="0"/>
                </a:cubicBezTo>
                <a:close/>
                <a:moveTo>
                  <a:pt x="92644" y="24174"/>
                </a:moveTo>
                <a:lnTo>
                  <a:pt x="92644" y="161006"/>
                </a:lnTo>
                <a:cubicBezTo>
                  <a:pt x="142585" y="136831"/>
                  <a:pt x="156012" y="83271"/>
                  <a:pt x="156337" y="51208"/>
                </a:cubicBezTo>
                <a:lnTo>
                  <a:pt x="92644" y="24211"/>
                </a:lnTo>
                <a:lnTo>
                  <a:pt x="92644" y="24211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42" name="Text 40"/>
          <p:cNvSpPr/>
          <p:nvPr/>
        </p:nvSpPr>
        <p:spPr>
          <a:xfrm>
            <a:off x="7974075" y="2223465"/>
            <a:ext cx="2946091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Cegah Kehadiran Palsu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974075" y="2482869"/>
            <a:ext cx="2946091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Saksi harus benar-benar berada di lokasi TPS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642872" y="2853447"/>
            <a:ext cx="208450" cy="185289"/>
          </a:xfrm>
          <a:custGeom>
            <a:avLst/>
            <a:gdLst/>
            <a:ahLst/>
            <a:cxnLst/>
            <a:rect l="l" t="t" r="r" b="b"/>
            <a:pathLst>
              <a:path w="208450" h="185289">
                <a:moveTo>
                  <a:pt x="81064" y="2895"/>
                </a:moveTo>
                <a:cubicBezTo>
                  <a:pt x="105032" y="2895"/>
                  <a:pt x="124491" y="22354"/>
                  <a:pt x="124491" y="46322"/>
                </a:cubicBezTo>
                <a:cubicBezTo>
                  <a:pt x="124491" y="70290"/>
                  <a:pt x="105032" y="89749"/>
                  <a:pt x="81064" y="89749"/>
                </a:cubicBezTo>
                <a:cubicBezTo>
                  <a:pt x="57096" y="89749"/>
                  <a:pt x="37637" y="70290"/>
                  <a:pt x="37637" y="46322"/>
                </a:cubicBezTo>
                <a:cubicBezTo>
                  <a:pt x="37637" y="22354"/>
                  <a:pt x="57096" y="2895"/>
                  <a:pt x="81064" y="2895"/>
                </a:cubicBezTo>
                <a:close/>
                <a:moveTo>
                  <a:pt x="70316" y="110015"/>
                </a:moveTo>
                <a:lnTo>
                  <a:pt x="91812" y="110015"/>
                </a:lnTo>
                <a:cubicBezTo>
                  <a:pt x="102560" y="110015"/>
                  <a:pt x="112693" y="112657"/>
                  <a:pt x="121596" y="117289"/>
                </a:cubicBezTo>
                <a:lnTo>
                  <a:pt x="121596" y="118845"/>
                </a:lnTo>
                <a:cubicBezTo>
                  <a:pt x="114503" y="125215"/>
                  <a:pt x="110015" y="134443"/>
                  <a:pt x="110015" y="144721"/>
                </a:cubicBezTo>
                <a:lnTo>
                  <a:pt x="110015" y="179462"/>
                </a:lnTo>
                <a:cubicBezTo>
                  <a:pt x="110015" y="181453"/>
                  <a:pt x="110196" y="183407"/>
                  <a:pt x="110486" y="185289"/>
                </a:cubicBezTo>
                <a:lnTo>
                  <a:pt x="16538" y="185289"/>
                </a:lnTo>
                <a:cubicBezTo>
                  <a:pt x="10603" y="185289"/>
                  <a:pt x="5790" y="180476"/>
                  <a:pt x="5790" y="174541"/>
                </a:cubicBezTo>
                <a:cubicBezTo>
                  <a:pt x="5790" y="138894"/>
                  <a:pt x="34669" y="110015"/>
                  <a:pt x="70316" y="110015"/>
                </a:cubicBezTo>
                <a:close/>
                <a:moveTo>
                  <a:pt x="179498" y="110051"/>
                </a:moveTo>
                <a:cubicBezTo>
                  <a:pt x="179498" y="103646"/>
                  <a:pt x="174323" y="98471"/>
                  <a:pt x="167918" y="98471"/>
                </a:cubicBezTo>
                <a:cubicBezTo>
                  <a:pt x="161512" y="98471"/>
                  <a:pt x="156337" y="103646"/>
                  <a:pt x="156337" y="110051"/>
                </a:cubicBezTo>
                <a:lnTo>
                  <a:pt x="156337" y="127386"/>
                </a:lnTo>
                <a:lnTo>
                  <a:pt x="179498" y="127386"/>
                </a:lnTo>
                <a:lnTo>
                  <a:pt x="179498" y="110051"/>
                </a:lnTo>
                <a:close/>
                <a:moveTo>
                  <a:pt x="127386" y="144757"/>
                </a:moveTo>
                <a:cubicBezTo>
                  <a:pt x="127386" y="137193"/>
                  <a:pt x="132235" y="130752"/>
                  <a:pt x="138967" y="128363"/>
                </a:cubicBezTo>
                <a:lnTo>
                  <a:pt x="138967" y="110051"/>
                </a:lnTo>
                <a:cubicBezTo>
                  <a:pt x="138967" y="94056"/>
                  <a:pt x="151922" y="81100"/>
                  <a:pt x="167918" y="81100"/>
                </a:cubicBezTo>
                <a:cubicBezTo>
                  <a:pt x="183914" y="81100"/>
                  <a:pt x="196869" y="94056"/>
                  <a:pt x="196869" y="110051"/>
                </a:cubicBezTo>
                <a:lnTo>
                  <a:pt x="196869" y="128363"/>
                </a:lnTo>
                <a:cubicBezTo>
                  <a:pt x="203600" y="130752"/>
                  <a:pt x="208450" y="137193"/>
                  <a:pt x="208450" y="144757"/>
                </a:cubicBezTo>
                <a:lnTo>
                  <a:pt x="208450" y="179498"/>
                </a:lnTo>
                <a:cubicBezTo>
                  <a:pt x="208450" y="189089"/>
                  <a:pt x="200669" y="196869"/>
                  <a:pt x="191079" y="196869"/>
                </a:cubicBezTo>
                <a:lnTo>
                  <a:pt x="144757" y="196869"/>
                </a:lnTo>
                <a:cubicBezTo>
                  <a:pt x="135167" y="196869"/>
                  <a:pt x="127386" y="189089"/>
                  <a:pt x="127386" y="179498"/>
                </a:cubicBezTo>
                <a:lnTo>
                  <a:pt x="127386" y="144757"/>
                </a:ln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45" name="Text 43"/>
          <p:cNvSpPr/>
          <p:nvPr/>
        </p:nvSpPr>
        <p:spPr>
          <a:xfrm>
            <a:off x="7974075" y="2816389"/>
            <a:ext cx="3159173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Validasi Fisik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974075" y="3075793"/>
            <a:ext cx="3159173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Memastikan saksi hadir saat proses pemungutan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654452" y="3446371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23849" y="82692"/>
                </a:moveTo>
                <a:cubicBezTo>
                  <a:pt x="28662" y="49036"/>
                  <a:pt x="57649" y="23161"/>
                  <a:pt x="92644" y="23161"/>
                </a:cubicBezTo>
                <a:cubicBezTo>
                  <a:pt x="111825" y="23161"/>
                  <a:pt x="129195" y="30942"/>
                  <a:pt x="141789" y="43499"/>
                </a:cubicBezTo>
                <a:cubicBezTo>
                  <a:pt x="141862" y="43572"/>
                  <a:pt x="141934" y="43644"/>
                  <a:pt x="142006" y="43717"/>
                </a:cubicBezTo>
                <a:lnTo>
                  <a:pt x="144757" y="46322"/>
                </a:lnTo>
                <a:lnTo>
                  <a:pt x="127422" y="46322"/>
                </a:lnTo>
                <a:cubicBezTo>
                  <a:pt x="121017" y="46322"/>
                  <a:pt x="115842" y="51497"/>
                  <a:pt x="115842" y="57903"/>
                </a:cubicBezTo>
                <a:cubicBezTo>
                  <a:pt x="115842" y="64308"/>
                  <a:pt x="121017" y="69483"/>
                  <a:pt x="127422" y="69483"/>
                </a:cubicBezTo>
                <a:lnTo>
                  <a:pt x="173744" y="69483"/>
                </a:lnTo>
                <a:cubicBezTo>
                  <a:pt x="180150" y="69483"/>
                  <a:pt x="185325" y="64308"/>
                  <a:pt x="185325" y="57903"/>
                </a:cubicBezTo>
                <a:lnTo>
                  <a:pt x="185325" y="11581"/>
                </a:lnTo>
                <a:cubicBezTo>
                  <a:pt x="185325" y="5175"/>
                  <a:pt x="180150" y="0"/>
                  <a:pt x="173744" y="0"/>
                </a:cubicBezTo>
                <a:cubicBezTo>
                  <a:pt x="167339" y="0"/>
                  <a:pt x="162164" y="5175"/>
                  <a:pt x="162164" y="11581"/>
                </a:cubicBezTo>
                <a:lnTo>
                  <a:pt x="162164" y="30906"/>
                </a:lnTo>
                <a:lnTo>
                  <a:pt x="158074" y="27033"/>
                </a:lnTo>
                <a:cubicBezTo>
                  <a:pt x="141319" y="10350"/>
                  <a:pt x="118158" y="0"/>
                  <a:pt x="92644" y="0"/>
                </a:cubicBezTo>
                <a:cubicBezTo>
                  <a:pt x="45960" y="0"/>
                  <a:pt x="7346" y="34525"/>
                  <a:pt x="941" y="79435"/>
                </a:cubicBezTo>
                <a:cubicBezTo>
                  <a:pt x="36" y="85768"/>
                  <a:pt x="4415" y="91631"/>
                  <a:pt x="10748" y="92536"/>
                </a:cubicBezTo>
                <a:cubicBezTo>
                  <a:pt x="17081" y="93441"/>
                  <a:pt x="22944" y="89025"/>
                  <a:pt x="23849" y="82729"/>
                </a:cubicBezTo>
                <a:close/>
                <a:moveTo>
                  <a:pt x="184348" y="105853"/>
                </a:moveTo>
                <a:cubicBezTo>
                  <a:pt x="185253" y="99520"/>
                  <a:pt x="180837" y="93658"/>
                  <a:pt x="174541" y="92753"/>
                </a:cubicBezTo>
                <a:cubicBezTo>
                  <a:pt x="168244" y="91848"/>
                  <a:pt x="162345" y="96263"/>
                  <a:pt x="161440" y="102560"/>
                </a:cubicBezTo>
                <a:cubicBezTo>
                  <a:pt x="156627" y="136216"/>
                  <a:pt x="127639" y="162091"/>
                  <a:pt x="92644" y="162091"/>
                </a:cubicBezTo>
                <a:cubicBezTo>
                  <a:pt x="73464" y="162091"/>
                  <a:pt x="56093" y="154311"/>
                  <a:pt x="43499" y="141753"/>
                </a:cubicBezTo>
                <a:cubicBezTo>
                  <a:pt x="43427" y="141681"/>
                  <a:pt x="43355" y="141608"/>
                  <a:pt x="43282" y="141536"/>
                </a:cubicBezTo>
                <a:lnTo>
                  <a:pt x="40532" y="138930"/>
                </a:lnTo>
                <a:lnTo>
                  <a:pt x="57867" y="138930"/>
                </a:lnTo>
                <a:cubicBezTo>
                  <a:pt x="64272" y="138930"/>
                  <a:pt x="69447" y="133755"/>
                  <a:pt x="69447" y="127350"/>
                </a:cubicBezTo>
                <a:cubicBezTo>
                  <a:pt x="69447" y="120944"/>
                  <a:pt x="64272" y="115769"/>
                  <a:pt x="57867" y="115769"/>
                </a:cubicBezTo>
                <a:lnTo>
                  <a:pt x="11581" y="115805"/>
                </a:lnTo>
                <a:cubicBezTo>
                  <a:pt x="8504" y="115805"/>
                  <a:pt x="5537" y="117036"/>
                  <a:pt x="3366" y="119243"/>
                </a:cubicBezTo>
                <a:cubicBezTo>
                  <a:pt x="1194" y="121451"/>
                  <a:pt x="-36" y="124382"/>
                  <a:pt x="0" y="127495"/>
                </a:cubicBezTo>
                <a:lnTo>
                  <a:pt x="362" y="173455"/>
                </a:lnTo>
                <a:cubicBezTo>
                  <a:pt x="398" y="179860"/>
                  <a:pt x="5646" y="184999"/>
                  <a:pt x="12051" y="184927"/>
                </a:cubicBezTo>
                <a:cubicBezTo>
                  <a:pt x="18456" y="184854"/>
                  <a:pt x="23595" y="179643"/>
                  <a:pt x="23523" y="173238"/>
                </a:cubicBezTo>
                <a:lnTo>
                  <a:pt x="23378" y="154600"/>
                </a:lnTo>
                <a:lnTo>
                  <a:pt x="27250" y="158255"/>
                </a:lnTo>
                <a:cubicBezTo>
                  <a:pt x="44006" y="174939"/>
                  <a:pt x="67131" y="185289"/>
                  <a:pt x="92644" y="185289"/>
                </a:cubicBezTo>
                <a:cubicBezTo>
                  <a:pt x="139328" y="185289"/>
                  <a:pt x="177942" y="150764"/>
                  <a:pt x="184348" y="105853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8" name="Text 46"/>
          <p:cNvSpPr/>
          <p:nvPr/>
        </p:nvSpPr>
        <p:spPr>
          <a:xfrm>
            <a:off x="7974075" y="3409313"/>
            <a:ext cx="251992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Lokasi Akurat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974075" y="3668717"/>
            <a:ext cx="251992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Metadata GPS tersimpan sebagai bukti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654452" y="4039295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132887" y="149280"/>
                </a:moveTo>
                <a:lnTo>
                  <a:pt x="36008" y="52402"/>
                </a:lnTo>
                <a:cubicBezTo>
                  <a:pt x="27902" y="63765"/>
                  <a:pt x="23161" y="77662"/>
                  <a:pt x="23161" y="92644"/>
                </a:cubicBezTo>
                <a:cubicBezTo>
                  <a:pt x="23161" y="131005"/>
                  <a:pt x="54284" y="162128"/>
                  <a:pt x="92644" y="162128"/>
                </a:cubicBezTo>
                <a:cubicBezTo>
                  <a:pt x="107663" y="162128"/>
                  <a:pt x="121560" y="157387"/>
                  <a:pt x="132887" y="149280"/>
                </a:cubicBezTo>
                <a:close/>
                <a:moveTo>
                  <a:pt x="149280" y="132887"/>
                </a:moveTo>
                <a:cubicBezTo>
                  <a:pt x="157387" y="121523"/>
                  <a:pt x="162128" y="107627"/>
                  <a:pt x="162128" y="92644"/>
                </a:cubicBezTo>
                <a:cubicBezTo>
                  <a:pt x="162128" y="54284"/>
                  <a:pt x="131005" y="23161"/>
                  <a:pt x="92644" y="23161"/>
                </a:cubicBezTo>
                <a:cubicBezTo>
                  <a:pt x="77626" y="23161"/>
                  <a:pt x="63729" y="27902"/>
                  <a:pt x="52402" y="36008"/>
                </a:cubicBezTo>
                <a:lnTo>
                  <a:pt x="149280" y="132887"/>
                </a:lnTo>
                <a:close/>
                <a:moveTo>
                  <a:pt x="0" y="92644"/>
                </a:moveTo>
                <a:cubicBezTo>
                  <a:pt x="0" y="41513"/>
                  <a:pt x="41513" y="0"/>
                  <a:pt x="92644" y="0"/>
                </a:cubicBezTo>
                <a:cubicBezTo>
                  <a:pt x="143776" y="0"/>
                  <a:pt x="185289" y="41513"/>
                  <a:pt x="185289" y="92644"/>
                </a:cubicBezTo>
                <a:cubicBezTo>
                  <a:pt x="185289" y="143776"/>
                  <a:pt x="143776" y="185289"/>
                  <a:pt x="92644" y="185289"/>
                </a:cubicBezTo>
                <a:cubicBezTo>
                  <a:pt x="41513" y="185289"/>
                  <a:pt x="0" y="143776"/>
                  <a:pt x="0" y="92644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1" name="Text 49"/>
          <p:cNvSpPr/>
          <p:nvPr/>
        </p:nvSpPr>
        <p:spPr>
          <a:xfrm>
            <a:off x="7974075" y="4002237"/>
            <a:ext cx="2130821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Blokir Akses Jarak Jauh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974075" y="4261641"/>
            <a:ext cx="2130821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Tidak bisa upload dari lokasi lain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71887" y="4891623"/>
            <a:ext cx="4446930" cy="1964061"/>
          </a:xfrm>
          <a:custGeom>
            <a:avLst/>
            <a:gdLst/>
            <a:ahLst/>
            <a:cxnLst/>
            <a:rect l="l" t="t" r="r" b="b"/>
            <a:pathLst>
              <a:path w="4446930" h="1964061">
                <a:moveTo>
                  <a:pt x="111166" y="0"/>
                </a:moveTo>
                <a:lnTo>
                  <a:pt x="4335764" y="0"/>
                </a:lnTo>
                <a:cubicBezTo>
                  <a:pt x="4397159" y="0"/>
                  <a:pt x="4446930" y="49771"/>
                  <a:pt x="4446930" y="111166"/>
                </a:cubicBezTo>
                <a:lnTo>
                  <a:pt x="4446930" y="1852895"/>
                </a:lnTo>
                <a:cubicBezTo>
                  <a:pt x="4446930" y="1914290"/>
                  <a:pt x="4397159" y="1964061"/>
                  <a:pt x="4335764" y="1964061"/>
                </a:cubicBezTo>
                <a:lnTo>
                  <a:pt x="111166" y="1964061"/>
                </a:lnTo>
                <a:cubicBezTo>
                  <a:pt x="49771" y="1964061"/>
                  <a:pt x="0" y="1914290"/>
                  <a:pt x="0" y="1852895"/>
                </a:cubicBezTo>
                <a:lnTo>
                  <a:pt x="0" y="111166"/>
                </a:lnTo>
                <a:cubicBezTo>
                  <a:pt x="0" y="49812"/>
                  <a:pt x="49812" y="0"/>
                  <a:pt x="111166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4" name="Text 52"/>
          <p:cNvSpPr/>
          <p:nvPr/>
        </p:nvSpPr>
        <p:spPr>
          <a:xfrm>
            <a:off x="7594233" y="5113970"/>
            <a:ext cx="408561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Spesifikasi Teknis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594233" y="5484547"/>
            <a:ext cx="4002237" cy="333520"/>
          </a:xfrm>
          <a:custGeom>
            <a:avLst/>
            <a:gdLst/>
            <a:ahLst/>
            <a:cxnLst/>
            <a:rect l="l" t="t" r="r" b="b"/>
            <a:pathLst>
              <a:path w="4002237" h="333520">
                <a:moveTo>
                  <a:pt x="74115" y="0"/>
                </a:moveTo>
                <a:lnTo>
                  <a:pt x="3928122" y="0"/>
                </a:lnTo>
                <a:cubicBezTo>
                  <a:pt x="3969055" y="0"/>
                  <a:pt x="4002237" y="33182"/>
                  <a:pt x="4002237" y="74115"/>
                </a:cubicBezTo>
                <a:lnTo>
                  <a:pt x="4002237" y="259405"/>
                </a:lnTo>
                <a:cubicBezTo>
                  <a:pt x="4002237" y="300337"/>
                  <a:pt x="3969055" y="333520"/>
                  <a:pt x="3928122" y="333520"/>
                </a:cubicBezTo>
                <a:lnTo>
                  <a:pt x="74115" y="333520"/>
                </a:lnTo>
                <a:cubicBezTo>
                  <a:pt x="33210" y="333520"/>
                  <a:pt x="0" y="300310"/>
                  <a:pt x="0" y="259405"/>
                </a:cubicBezTo>
                <a:lnTo>
                  <a:pt x="0" y="74115"/>
                </a:lnTo>
                <a:cubicBezTo>
                  <a:pt x="0" y="33210"/>
                  <a:pt x="33210" y="0"/>
                  <a:pt x="7411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7705407" y="5558663"/>
            <a:ext cx="907915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Radius Validasi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880793" y="5558663"/>
            <a:ext cx="667040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50 meter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594233" y="5892182"/>
            <a:ext cx="4002237" cy="333520"/>
          </a:xfrm>
          <a:custGeom>
            <a:avLst/>
            <a:gdLst/>
            <a:ahLst/>
            <a:cxnLst/>
            <a:rect l="l" t="t" r="r" b="b"/>
            <a:pathLst>
              <a:path w="4002237" h="333520">
                <a:moveTo>
                  <a:pt x="74115" y="0"/>
                </a:moveTo>
                <a:lnTo>
                  <a:pt x="3928122" y="0"/>
                </a:lnTo>
                <a:cubicBezTo>
                  <a:pt x="3969055" y="0"/>
                  <a:pt x="4002237" y="33182"/>
                  <a:pt x="4002237" y="74115"/>
                </a:cubicBezTo>
                <a:lnTo>
                  <a:pt x="4002237" y="259405"/>
                </a:lnTo>
                <a:cubicBezTo>
                  <a:pt x="4002237" y="300337"/>
                  <a:pt x="3969055" y="333520"/>
                  <a:pt x="3928122" y="333520"/>
                </a:cubicBezTo>
                <a:lnTo>
                  <a:pt x="74115" y="333520"/>
                </a:lnTo>
                <a:cubicBezTo>
                  <a:pt x="33210" y="333520"/>
                  <a:pt x="0" y="300310"/>
                  <a:pt x="0" y="259405"/>
                </a:cubicBezTo>
                <a:lnTo>
                  <a:pt x="0" y="74115"/>
                </a:lnTo>
                <a:cubicBezTo>
                  <a:pt x="0" y="33210"/>
                  <a:pt x="33210" y="0"/>
                  <a:pt x="7411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705407" y="5966298"/>
            <a:ext cx="741155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Akurasi GPS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766869" y="5966298"/>
            <a:ext cx="77821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± 5-10 meter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594233" y="6299818"/>
            <a:ext cx="4002237" cy="333520"/>
          </a:xfrm>
          <a:custGeom>
            <a:avLst/>
            <a:gdLst/>
            <a:ahLst/>
            <a:cxnLst/>
            <a:rect l="l" t="t" r="r" b="b"/>
            <a:pathLst>
              <a:path w="4002237" h="333520">
                <a:moveTo>
                  <a:pt x="74115" y="0"/>
                </a:moveTo>
                <a:lnTo>
                  <a:pt x="3928122" y="0"/>
                </a:lnTo>
                <a:cubicBezTo>
                  <a:pt x="3969055" y="0"/>
                  <a:pt x="4002237" y="33182"/>
                  <a:pt x="4002237" y="74115"/>
                </a:cubicBezTo>
                <a:lnTo>
                  <a:pt x="4002237" y="259405"/>
                </a:lnTo>
                <a:cubicBezTo>
                  <a:pt x="4002237" y="300337"/>
                  <a:pt x="3969055" y="333520"/>
                  <a:pt x="3928122" y="333520"/>
                </a:cubicBezTo>
                <a:lnTo>
                  <a:pt x="74115" y="333520"/>
                </a:lnTo>
                <a:cubicBezTo>
                  <a:pt x="33210" y="333520"/>
                  <a:pt x="0" y="300310"/>
                  <a:pt x="0" y="259405"/>
                </a:cubicBezTo>
                <a:lnTo>
                  <a:pt x="0" y="74115"/>
                </a:lnTo>
                <a:cubicBezTo>
                  <a:pt x="0" y="33210"/>
                  <a:pt x="33210" y="0"/>
                  <a:pt x="7411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7705407" y="6373933"/>
            <a:ext cx="88938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Waktu Deteksi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024681" y="6373933"/>
            <a:ext cx="52807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3 detik</a:t>
            </a:r>
            <a:endParaRPr lang="en-US" sz="1600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EF64DF29-2D4A-4EDB-BC24-86FC7A406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4400" y="112820"/>
            <a:ext cx="1188633" cy="11614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275" y="357275"/>
            <a:ext cx="11548905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kern="0" spc="56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FITUR KEAMANAN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7275" y="643095"/>
            <a:ext cx="11691815" cy="42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76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Anti-Fake Camera &amp; Watermark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7275" y="1143279"/>
            <a:ext cx="11557837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Lapisan perlindungan untuk mencegah manipulasi foto dan memastikan keaslian bukti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7275" y="1536281"/>
            <a:ext cx="5636009" cy="4483798"/>
          </a:xfrm>
          <a:custGeom>
            <a:avLst/>
            <a:gdLst/>
            <a:ahLst/>
            <a:cxnLst/>
            <a:rect l="l" t="t" r="r" b="b"/>
            <a:pathLst>
              <a:path w="5636009" h="4483798">
                <a:moveTo>
                  <a:pt x="107163" y="0"/>
                </a:moveTo>
                <a:lnTo>
                  <a:pt x="5528846" y="0"/>
                </a:lnTo>
                <a:cubicBezTo>
                  <a:pt x="5588030" y="0"/>
                  <a:pt x="5636009" y="47978"/>
                  <a:pt x="5636009" y="107163"/>
                </a:cubicBezTo>
                <a:lnTo>
                  <a:pt x="5636009" y="4376635"/>
                </a:lnTo>
                <a:cubicBezTo>
                  <a:pt x="5636009" y="4435819"/>
                  <a:pt x="5588030" y="4483798"/>
                  <a:pt x="5528846" y="4483798"/>
                </a:cubicBezTo>
                <a:lnTo>
                  <a:pt x="107163" y="4483798"/>
                </a:lnTo>
                <a:cubicBezTo>
                  <a:pt x="47978" y="4483798"/>
                  <a:pt x="0" y="4435819"/>
                  <a:pt x="0" y="4376635"/>
                </a:cubicBezTo>
                <a:lnTo>
                  <a:pt x="0" y="107163"/>
                </a:lnTo>
                <a:cubicBezTo>
                  <a:pt x="0" y="48018"/>
                  <a:pt x="48018" y="0"/>
                  <a:pt x="107163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6" name="Shape 4"/>
          <p:cNvSpPr/>
          <p:nvPr/>
        </p:nvSpPr>
        <p:spPr>
          <a:xfrm>
            <a:off x="571640" y="1750646"/>
            <a:ext cx="500185" cy="500185"/>
          </a:xfrm>
          <a:custGeom>
            <a:avLst/>
            <a:gdLst/>
            <a:ahLst/>
            <a:cxnLst/>
            <a:rect l="l" t="t" r="r" b="b"/>
            <a:pathLst>
              <a:path w="500185" h="500185">
                <a:moveTo>
                  <a:pt x="250092" y="0"/>
                </a:moveTo>
                <a:lnTo>
                  <a:pt x="250092" y="0"/>
                </a:lnTo>
                <a:cubicBezTo>
                  <a:pt x="388122" y="0"/>
                  <a:pt x="500185" y="112063"/>
                  <a:pt x="500185" y="250092"/>
                </a:cubicBezTo>
                <a:lnTo>
                  <a:pt x="500185" y="250092"/>
                </a:lnTo>
                <a:cubicBezTo>
                  <a:pt x="500185" y="388122"/>
                  <a:pt x="388122" y="500185"/>
                  <a:pt x="250092" y="500185"/>
                </a:cubicBezTo>
                <a:lnTo>
                  <a:pt x="250092" y="500185"/>
                </a:lnTo>
                <a:cubicBezTo>
                  <a:pt x="112063" y="500185"/>
                  <a:pt x="0" y="388122"/>
                  <a:pt x="0" y="250092"/>
                </a:cubicBezTo>
                <a:lnTo>
                  <a:pt x="0" y="250092"/>
                </a:lnTo>
                <a:cubicBezTo>
                  <a:pt x="0" y="112063"/>
                  <a:pt x="112063" y="0"/>
                  <a:pt x="25009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4549" y="1893556"/>
            <a:ext cx="214365" cy="214365"/>
          </a:xfrm>
          <a:custGeom>
            <a:avLst/>
            <a:gdLst/>
            <a:ahLst/>
            <a:cxnLst/>
            <a:rect l="l" t="t" r="r" b="b"/>
            <a:pathLst>
              <a:path w="214365" h="214365">
                <a:moveTo>
                  <a:pt x="27591" y="95669"/>
                </a:moveTo>
                <a:cubicBezTo>
                  <a:pt x="33160" y="56731"/>
                  <a:pt x="66696" y="26796"/>
                  <a:pt x="107182" y="26796"/>
                </a:cubicBezTo>
                <a:cubicBezTo>
                  <a:pt x="129373" y="26796"/>
                  <a:pt x="149469" y="35797"/>
                  <a:pt x="164039" y="50325"/>
                </a:cubicBezTo>
                <a:cubicBezTo>
                  <a:pt x="164123" y="50409"/>
                  <a:pt x="164207" y="50493"/>
                  <a:pt x="164291" y="50577"/>
                </a:cubicBezTo>
                <a:lnTo>
                  <a:pt x="167473" y="53591"/>
                </a:lnTo>
                <a:lnTo>
                  <a:pt x="147418" y="53591"/>
                </a:lnTo>
                <a:cubicBezTo>
                  <a:pt x="140007" y="53591"/>
                  <a:pt x="134020" y="59578"/>
                  <a:pt x="134020" y="66989"/>
                </a:cubicBezTo>
                <a:cubicBezTo>
                  <a:pt x="134020" y="74400"/>
                  <a:pt x="140007" y="80387"/>
                  <a:pt x="147418" y="80387"/>
                </a:cubicBezTo>
                <a:lnTo>
                  <a:pt x="201009" y="80387"/>
                </a:lnTo>
                <a:cubicBezTo>
                  <a:pt x="208420" y="80387"/>
                  <a:pt x="214407" y="74400"/>
                  <a:pt x="214407" y="66989"/>
                </a:cubicBezTo>
                <a:lnTo>
                  <a:pt x="214407" y="13398"/>
                </a:lnTo>
                <a:cubicBezTo>
                  <a:pt x="214407" y="5987"/>
                  <a:pt x="208420" y="0"/>
                  <a:pt x="201009" y="0"/>
                </a:cubicBezTo>
                <a:cubicBezTo>
                  <a:pt x="193598" y="0"/>
                  <a:pt x="187611" y="5987"/>
                  <a:pt x="187611" y="13398"/>
                </a:cubicBezTo>
                <a:lnTo>
                  <a:pt x="187611" y="35755"/>
                </a:lnTo>
                <a:lnTo>
                  <a:pt x="182880" y="31275"/>
                </a:lnTo>
                <a:cubicBezTo>
                  <a:pt x="163495" y="11974"/>
                  <a:pt x="136699" y="0"/>
                  <a:pt x="107182" y="0"/>
                </a:cubicBezTo>
                <a:cubicBezTo>
                  <a:pt x="53173" y="0"/>
                  <a:pt x="8499" y="39942"/>
                  <a:pt x="1089" y="91901"/>
                </a:cubicBezTo>
                <a:cubicBezTo>
                  <a:pt x="42" y="99227"/>
                  <a:pt x="5108" y="106010"/>
                  <a:pt x="12435" y="107057"/>
                </a:cubicBezTo>
                <a:cubicBezTo>
                  <a:pt x="19762" y="108104"/>
                  <a:pt x="26544" y="102996"/>
                  <a:pt x="27591" y="95711"/>
                </a:cubicBezTo>
                <a:close/>
                <a:moveTo>
                  <a:pt x="213276" y="122464"/>
                </a:moveTo>
                <a:cubicBezTo>
                  <a:pt x="214323" y="115137"/>
                  <a:pt x="209215" y="108355"/>
                  <a:pt x="201930" y="107308"/>
                </a:cubicBezTo>
                <a:cubicBezTo>
                  <a:pt x="194645" y="106261"/>
                  <a:pt x="187820" y="111369"/>
                  <a:pt x="186774" y="118654"/>
                </a:cubicBezTo>
                <a:cubicBezTo>
                  <a:pt x="181205" y="157592"/>
                  <a:pt x="147669" y="187527"/>
                  <a:pt x="107182" y="187527"/>
                </a:cubicBezTo>
                <a:cubicBezTo>
                  <a:pt x="84992" y="187527"/>
                  <a:pt x="64896" y="178526"/>
                  <a:pt x="50325" y="163997"/>
                </a:cubicBezTo>
                <a:cubicBezTo>
                  <a:pt x="50242" y="163914"/>
                  <a:pt x="50158" y="163830"/>
                  <a:pt x="50074" y="163746"/>
                </a:cubicBezTo>
                <a:lnTo>
                  <a:pt x="46892" y="160732"/>
                </a:lnTo>
                <a:lnTo>
                  <a:pt x="66947" y="160732"/>
                </a:lnTo>
                <a:cubicBezTo>
                  <a:pt x="74358" y="160732"/>
                  <a:pt x="80345" y="154745"/>
                  <a:pt x="80345" y="147334"/>
                </a:cubicBezTo>
                <a:cubicBezTo>
                  <a:pt x="80345" y="139923"/>
                  <a:pt x="74358" y="133936"/>
                  <a:pt x="66947" y="133936"/>
                </a:cubicBezTo>
                <a:lnTo>
                  <a:pt x="13398" y="133978"/>
                </a:lnTo>
                <a:cubicBezTo>
                  <a:pt x="9839" y="133978"/>
                  <a:pt x="6406" y="135402"/>
                  <a:pt x="3894" y="137955"/>
                </a:cubicBezTo>
                <a:cubicBezTo>
                  <a:pt x="1382" y="140509"/>
                  <a:pt x="-42" y="143901"/>
                  <a:pt x="0" y="147501"/>
                </a:cubicBezTo>
                <a:lnTo>
                  <a:pt x="419" y="200674"/>
                </a:lnTo>
                <a:cubicBezTo>
                  <a:pt x="461" y="208085"/>
                  <a:pt x="6531" y="214030"/>
                  <a:pt x="13942" y="213946"/>
                </a:cubicBezTo>
                <a:cubicBezTo>
                  <a:pt x="21353" y="213862"/>
                  <a:pt x="27298" y="207833"/>
                  <a:pt x="27214" y="200423"/>
                </a:cubicBezTo>
                <a:lnTo>
                  <a:pt x="27047" y="178861"/>
                </a:lnTo>
                <a:lnTo>
                  <a:pt x="31527" y="183089"/>
                </a:lnTo>
                <a:cubicBezTo>
                  <a:pt x="50912" y="202391"/>
                  <a:pt x="77665" y="214365"/>
                  <a:pt x="107182" y="214365"/>
                </a:cubicBezTo>
                <a:cubicBezTo>
                  <a:pt x="161192" y="214365"/>
                  <a:pt x="205866" y="174423"/>
                  <a:pt x="213276" y="12246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14734" y="1857829"/>
            <a:ext cx="1634532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Anti-Fake Camera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640" y="2393741"/>
            <a:ext cx="5278734" cy="46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Aplikasi </a:t>
            </a: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mematikan fitur unggah dari galeri</a:t>
            </a: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 Saksi harus mengambil foto langsung dari aplikasi untuk menghindari manipulasi.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640" y="3093357"/>
            <a:ext cx="5207279" cy="678822"/>
          </a:xfrm>
          <a:custGeom>
            <a:avLst/>
            <a:gdLst/>
            <a:ahLst/>
            <a:cxnLst/>
            <a:rect l="l" t="t" r="r" b="b"/>
            <a:pathLst>
              <a:path w="5207279" h="678822">
                <a:moveTo>
                  <a:pt x="71453" y="0"/>
                </a:moveTo>
                <a:lnTo>
                  <a:pt x="5135826" y="0"/>
                </a:lnTo>
                <a:cubicBezTo>
                  <a:pt x="5175289" y="0"/>
                  <a:pt x="5207279" y="31991"/>
                  <a:pt x="5207279" y="71453"/>
                </a:cubicBezTo>
                <a:lnTo>
                  <a:pt x="5207279" y="607369"/>
                </a:lnTo>
                <a:cubicBezTo>
                  <a:pt x="5207279" y="646831"/>
                  <a:pt x="5175289" y="678822"/>
                  <a:pt x="5135826" y="678822"/>
                </a:cubicBezTo>
                <a:lnTo>
                  <a:pt x="71453" y="678822"/>
                </a:lnTo>
                <a:cubicBezTo>
                  <a:pt x="32017" y="678822"/>
                  <a:pt x="0" y="646805"/>
                  <a:pt x="0" y="607369"/>
                </a:cubicBezTo>
                <a:lnTo>
                  <a:pt x="0" y="71453"/>
                </a:lnTo>
                <a:cubicBezTo>
                  <a:pt x="0" y="32017"/>
                  <a:pt x="32017" y="0"/>
                  <a:pt x="714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14549" y="3236267"/>
            <a:ext cx="107182" cy="142910"/>
          </a:xfrm>
          <a:custGeom>
            <a:avLst/>
            <a:gdLst/>
            <a:ahLst/>
            <a:cxnLst/>
            <a:rect l="l" t="t" r="r" b="b"/>
            <a:pathLst>
              <a:path w="107182" h="142910">
                <a:moveTo>
                  <a:pt x="35727" y="26796"/>
                </a:moveTo>
                <a:lnTo>
                  <a:pt x="35727" y="44659"/>
                </a:lnTo>
                <a:lnTo>
                  <a:pt x="71455" y="44659"/>
                </a:lnTo>
                <a:lnTo>
                  <a:pt x="71455" y="26796"/>
                </a:lnTo>
                <a:cubicBezTo>
                  <a:pt x="71455" y="16943"/>
                  <a:pt x="63444" y="8932"/>
                  <a:pt x="53591" y="8932"/>
                </a:cubicBezTo>
                <a:cubicBezTo>
                  <a:pt x="43738" y="8932"/>
                  <a:pt x="35727" y="16943"/>
                  <a:pt x="35727" y="26796"/>
                </a:cubicBezTo>
                <a:close/>
                <a:moveTo>
                  <a:pt x="17864" y="44659"/>
                </a:moveTo>
                <a:lnTo>
                  <a:pt x="17864" y="26796"/>
                </a:lnTo>
                <a:cubicBezTo>
                  <a:pt x="17864" y="7062"/>
                  <a:pt x="33857" y="-8932"/>
                  <a:pt x="53591" y="-8932"/>
                </a:cubicBezTo>
                <a:cubicBezTo>
                  <a:pt x="73325" y="-8932"/>
                  <a:pt x="89319" y="7062"/>
                  <a:pt x="89319" y="26796"/>
                </a:cubicBezTo>
                <a:lnTo>
                  <a:pt x="89319" y="44659"/>
                </a:lnTo>
                <a:cubicBezTo>
                  <a:pt x="99172" y="44659"/>
                  <a:pt x="107182" y="52670"/>
                  <a:pt x="107182" y="62523"/>
                </a:cubicBezTo>
                <a:lnTo>
                  <a:pt x="107182" y="125046"/>
                </a:lnTo>
                <a:cubicBezTo>
                  <a:pt x="107182" y="134899"/>
                  <a:pt x="99172" y="142910"/>
                  <a:pt x="89319" y="142910"/>
                </a:cubicBezTo>
                <a:lnTo>
                  <a:pt x="17864" y="142910"/>
                </a:lnTo>
                <a:cubicBezTo>
                  <a:pt x="8011" y="142910"/>
                  <a:pt x="0" y="134899"/>
                  <a:pt x="0" y="125046"/>
                </a:cubicBezTo>
                <a:lnTo>
                  <a:pt x="0" y="62523"/>
                </a:lnTo>
                <a:cubicBezTo>
                  <a:pt x="0" y="52670"/>
                  <a:pt x="8011" y="44659"/>
                  <a:pt x="17864" y="446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57459" y="3200540"/>
            <a:ext cx="4885732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Kunci Galeri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8822" y="3486359"/>
            <a:ext cx="5055437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Tombol upload dari galeri dinonaktifkan sepenuhnya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640" y="4064000"/>
            <a:ext cx="5207279" cy="678822"/>
          </a:xfrm>
          <a:custGeom>
            <a:avLst/>
            <a:gdLst/>
            <a:ahLst/>
            <a:cxnLst/>
            <a:rect l="l" t="t" r="r" b="b"/>
            <a:pathLst>
              <a:path w="5207279" h="678822">
                <a:moveTo>
                  <a:pt x="71453" y="0"/>
                </a:moveTo>
                <a:lnTo>
                  <a:pt x="5135826" y="0"/>
                </a:lnTo>
                <a:cubicBezTo>
                  <a:pt x="5175289" y="0"/>
                  <a:pt x="5207279" y="31991"/>
                  <a:pt x="5207279" y="71453"/>
                </a:cubicBezTo>
                <a:lnTo>
                  <a:pt x="5207279" y="607369"/>
                </a:lnTo>
                <a:cubicBezTo>
                  <a:pt x="5207279" y="646831"/>
                  <a:pt x="5175289" y="678822"/>
                  <a:pt x="5135826" y="678822"/>
                </a:cubicBezTo>
                <a:lnTo>
                  <a:pt x="71453" y="678822"/>
                </a:lnTo>
                <a:cubicBezTo>
                  <a:pt x="32017" y="678822"/>
                  <a:pt x="0" y="646805"/>
                  <a:pt x="0" y="607369"/>
                </a:cubicBezTo>
                <a:lnTo>
                  <a:pt x="0" y="71453"/>
                </a:lnTo>
                <a:cubicBezTo>
                  <a:pt x="0" y="32017"/>
                  <a:pt x="32017" y="0"/>
                  <a:pt x="714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96686" y="4206910"/>
            <a:ext cx="142910" cy="142910"/>
          </a:xfrm>
          <a:custGeom>
            <a:avLst/>
            <a:gdLst/>
            <a:ahLst/>
            <a:cxnLst/>
            <a:rect l="l" t="t" r="r" b="b"/>
            <a:pathLst>
              <a:path w="142910" h="142910">
                <a:moveTo>
                  <a:pt x="41617" y="18087"/>
                </a:moveTo>
                <a:lnTo>
                  <a:pt x="38714" y="26796"/>
                </a:lnTo>
                <a:lnTo>
                  <a:pt x="17864" y="26796"/>
                </a:lnTo>
                <a:cubicBezTo>
                  <a:pt x="8011" y="26796"/>
                  <a:pt x="0" y="34806"/>
                  <a:pt x="0" y="44659"/>
                </a:cubicBezTo>
                <a:lnTo>
                  <a:pt x="0" y="116114"/>
                </a:lnTo>
                <a:cubicBezTo>
                  <a:pt x="0" y="125967"/>
                  <a:pt x="8011" y="133978"/>
                  <a:pt x="17864" y="133978"/>
                </a:cubicBezTo>
                <a:lnTo>
                  <a:pt x="125046" y="133978"/>
                </a:lnTo>
                <a:cubicBezTo>
                  <a:pt x="134899" y="133978"/>
                  <a:pt x="142910" y="125967"/>
                  <a:pt x="142910" y="116114"/>
                </a:cubicBezTo>
                <a:lnTo>
                  <a:pt x="142910" y="44659"/>
                </a:lnTo>
                <a:cubicBezTo>
                  <a:pt x="142910" y="34806"/>
                  <a:pt x="134899" y="26796"/>
                  <a:pt x="125046" y="26796"/>
                </a:cubicBezTo>
                <a:lnTo>
                  <a:pt x="104196" y="26796"/>
                </a:lnTo>
                <a:lnTo>
                  <a:pt x="101293" y="18087"/>
                </a:lnTo>
                <a:cubicBezTo>
                  <a:pt x="99479" y="12616"/>
                  <a:pt x="94371" y="8932"/>
                  <a:pt x="88593" y="8932"/>
                </a:cubicBezTo>
                <a:lnTo>
                  <a:pt x="54317" y="8932"/>
                </a:lnTo>
                <a:cubicBezTo>
                  <a:pt x="48539" y="8932"/>
                  <a:pt x="43431" y="12616"/>
                  <a:pt x="41617" y="18087"/>
                </a:cubicBezTo>
                <a:close/>
                <a:moveTo>
                  <a:pt x="71455" y="53591"/>
                </a:moveTo>
                <a:cubicBezTo>
                  <a:pt x="86244" y="53591"/>
                  <a:pt x="98251" y="65598"/>
                  <a:pt x="98251" y="80387"/>
                </a:cubicBezTo>
                <a:cubicBezTo>
                  <a:pt x="98251" y="95176"/>
                  <a:pt x="86244" y="107182"/>
                  <a:pt x="71455" y="107182"/>
                </a:cubicBezTo>
                <a:cubicBezTo>
                  <a:pt x="56666" y="107182"/>
                  <a:pt x="44659" y="95176"/>
                  <a:pt x="44659" y="80387"/>
                </a:cubicBezTo>
                <a:cubicBezTo>
                  <a:pt x="44659" y="65598"/>
                  <a:pt x="56666" y="53591"/>
                  <a:pt x="71455" y="5359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57459" y="4171182"/>
            <a:ext cx="4885732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Native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8822" y="4457002"/>
            <a:ext cx="5055437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Aplikasi menggunakan kamera built-in dengan kontrol penuh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640" y="5034503"/>
            <a:ext cx="5207279" cy="678822"/>
          </a:xfrm>
          <a:custGeom>
            <a:avLst/>
            <a:gdLst/>
            <a:ahLst/>
            <a:cxnLst/>
            <a:rect l="l" t="t" r="r" b="b"/>
            <a:pathLst>
              <a:path w="5207279" h="678822">
                <a:moveTo>
                  <a:pt x="71453" y="0"/>
                </a:moveTo>
                <a:lnTo>
                  <a:pt x="5135826" y="0"/>
                </a:lnTo>
                <a:cubicBezTo>
                  <a:pt x="5175289" y="0"/>
                  <a:pt x="5207279" y="31991"/>
                  <a:pt x="5207279" y="71453"/>
                </a:cubicBezTo>
                <a:lnTo>
                  <a:pt x="5207279" y="607369"/>
                </a:lnTo>
                <a:cubicBezTo>
                  <a:pt x="5207279" y="646831"/>
                  <a:pt x="5175289" y="678822"/>
                  <a:pt x="5135826" y="678822"/>
                </a:cubicBezTo>
                <a:lnTo>
                  <a:pt x="71453" y="678822"/>
                </a:lnTo>
                <a:cubicBezTo>
                  <a:pt x="32017" y="678822"/>
                  <a:pt x="0" y="646805"/>
                  <a:pt x="0" y="607369"/>
                </a:cubicBezTo>
                <a:lnTo>
                  <a:pt x="0" y="71453"/>
                </a:lnTo>
                <a:cubicBezTo>
                  <a:pt x="0" y="32017"/>
                  <a:pt x="32017" y="0"/>
                  <a:pt x="714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14549" y="5177413"/>
            <a:ext cx="107182" cy="142910"/>
          </a:xfrm>
          <a:custGeom>
            <a:avLst/>
            <a:gdLst/>
            <a:ahLst/>
            <a:cxnLst/>
            <a:rect l="l" t="t" r="r" b="b"/>
            <a:pathLst>
              <a:path w="107182" h="142910">
                <a:moveTo>
                  <a:pt x="0" y="17864"/>
                </a:moveTo>
                <a:cubicBezTo>
                  <a:pt x="0" y="8011"/>
                  <a:pt x="8011" y="0"/>
                  <a:pt x="17864" y="0"/>
                </a:cubicBezTo>
                <a:lnTo>
                  <a:pt x="59592" y="0"/>
                </a:lnTo>
                <a:cubicBezTo>
                  <a:pt x="64337" y="0"/>
                  <a:pt x="68887" y="1870"/>
                  <a:pt x="72236" y="5220"/>
                </a:cubicBezTo>
                <a:lnTo>
                  <a:pt x="101963" y="34974"/>
                </a:lnTo>
                <a:cubicBezTo>
                  <a:pt x="105312" y="38323"/>
                  <a:pt x="107182" y="42873"/>
                  <a:pt x="107182" y="47618"/>
                </a:cubicBezTo>
                <a:lnTo>
                  <a:pt x="107182" y="125046"/>
                </a:lnTo>
                <a:cubicBezTo>
                  <a:pt x="107182" y="134899"/>
                  <a:pt x="99172" y="142910"/>
                  <a:pt x="89319" y="142910"/>
                </a:cubicBezTo>
                <a:lnTo>
                  <a:pt x="17864" y="142910"/>
                </a:lnTo>
                <a:cubicBezTo>
                  <a:pt x="8011" y="142910"/>
                  <a:pt x="0" y="134899"/>
                  <a:pt x="0" y="125046"/>
                </a:cubicBezTo>
                <a:lnTo>
                  <a:pt x="0" y="17864"/>
                </a:lnTo>
                <a:close/>
                <a:moveTo>
                  <a:pt x="58057" y="16329"/>
                </a:moveTo>
                <a:lnTo>
                  <a:pt x="58057" y="42426"/>
                </a:lnTo>
                <a:cubicBezTo>
                  <a:pt x="58057" y="46139"/>
                  <a:pt x="61044" y="49125"/>
                  <a:pt x="64756" y="49125"/>
                </a:cubicBezTo>
                <a:lnTo>
                  <a:pt x="90854" y="49125"/>
                </a:lnTo>
                <a:lnTo>
                  <a:pt x="58057" y="16329"/>
                </a:lnTo>
                <a:close/>
                <a:moveTo>
                  <a:pt x="35727" y="71455"/>
                </a:moveTo>
                <a:cubicBezTo>
                  <a:pt x="35727" y="66525"/>
                  <a:pt x="31725" y="62523"/>
                  <a:pt x="26796" y="62523"/>
                </a:cubicBezTo>
                <a:cubicBezTo>
                  <a:pt x="21866" y="62523"/>
                  <a:pt x="17864" y="66525"/>
                  <a:pt x="17864" y="71455"/>
                </a:cubicBezTo>
                <a:cubicBezTo>
                  <a:pt x="17864" y="76385"/>
                  <a:pt x="21866" y="80387"/>
                  <a:pt x="26796" y="80387"/>
                </a:cubicBezTo>
                <a:cubicBezTo>
                  <a:pt x="31725" y="80387"/>
                  <a:pt x="35727" y="76385"/>
                  <a:pt x="35727" y="71455"/>
                </a:cubicBezTo>
                <a:close/>
                <a:moveTo>
                  <a:pt x="25847" y="125046"/>
                </a:moveTo>
                <a:lnTo>
                  <a:pt x="81336" y="125046"/>
                </a:lnTo>
                <a:cubicBezTo>
                  <a:pt x="85746" y="125046"/>
                  <a:pt x="89319" y="121473"/>
                  <a:pt x="89319" y="117063"/>
                </a:cubicBezTo>
                <a:cubicBezTo>
                  <a:pt x="89319" y="115026"/>
                  <a:pt x="88537" y="113044"/>
                  <a:pt x="87114" y="111565"/>
                </a:cubicBezTo>
                <a:lnTo>
                  <a:pt x="60095" y="83150"/>
                </a:lnTo>
                <a:cubicBezTo>
                  <a:pt x="58420" y="81392"/>
                  <a:pt x="56075" y="80387"/>
                  <a:pt x="53619" y="80387"/>
                </a:cubicBezTo>
                <a:lnTo>
                  <a:pt x="53535" y="80387"/>
                </a:lnTo>
                <a:cubicBezTo>
                  <a:pt x="51079" y="80387"/>
                  <a:pt x="48762" y="81392"/>
                  <a:pt x="47060" y="83150"/>
                </a:cubicBezTo>
                <a:lnTo>
                  <a:pt x="20069" y="111565"/>
                </a:lnTo>
                <a:cubicBezTo>
                  <a:pt x="18645" y="113044"/>
                  <a:pt x="17864" y="115026"/>
                  <a:pt x="17864" y="117063"/>
                </a:cubicBezTo>
                <a:cubicBezTo>
                  <a:pt x="17864" y="121473"/>
                  <a:pt x="21436" y="125046"/>
                  <a:pt x="25847" y="12504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57459" y="5141686"/>
            <a:ext cx="4885732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 Terkontrol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8822" y="5427505"/>
            <a:ext cx="5055437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Foto disimpan dalam format dan metadata yang terstandardisasi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1741" y="6203182"/>
            <a:ext cx="5627077" cy="652026"/>
          </a:xfrm>
          <a:custGeom>
            <a:avLst/>
            <a:gdLst/>
            <a:ahLst/>
            <a:cxnLst/>
            <a:rect l="l" t="t" r="r" b="b"/>
            <a:pathLst>
              <a:path w="5627077" h="652026">
                <a:moveTo>
                  <a:pt x="107180" y="0"/>
                </a:moveTo>
                <a:lnTo>
                  <a:pt x="5519897" y="0"/>
                </a:lnTo>
                <a:cubicBezTo>
                  <a:pt x="5579091" y="0"/>
                  <a:pt x="5627077" y="47986"/>
                  <a:pt x="5627077" y="107180"/>
                </a:cubicBezTo>
                <a:lnTo>
                  <a:pt x="5627077" y="544846"/>
                </a:lnTo>
                <a:cubicBezTo>
                  <a:pt x="5627077" y="604040"/>
                  <a:pt x="5579091" y="652026"/>
                  <a:pt x="5519897" y="652026"/>
                </a:cubicBezTo>
                <a:lnTo>
                  <a:pt x="107180" y="652026"/>
                </a:lnTo>
                <a:cubicBezTo>
                  <a:pt x="47986" y="652026"/>
                  <a:pt x="0" y="604040"/>
                  <a:pt x="0" y="544846"/>
                </a:cubicBezTo>
                <a:lnTo>
                  <a:pt x="0" y="107180"/>
                </a:lnTo>
                <a:cubicBezTo>
                  <a:pt x="0" y="48026"/>
                  <a:pt x="48026" y="0"/>
                  <a:pt x="107180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 w="12700">
            <a:solidFill>
              <a:srgbClr val="8C92AC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8048" y="6439877"/>
            <a:ext cx="178637" cy="178637"/>
          </a:xfrm>
          <a:custGeom>
            <a:avLst/>
            <a:gdLst/>
            <a:ahLst/>
            <a:cxnLst/>
            <a:rect l="l" t="t" r="r" b="b"/>
            <a:pathLst>
              <a:path w="178637" h="178637">
                <a:moveTo>
                  <a:pt x="89319" y="0"/>
                </a:moveTo>
                <a:cubicBezTo>
                  <a:pt x="94448" y="0"/>
                  <a:pt x="99158" y="2826"/>
                  <a:pt x="101600" y="7327"/>
                </a:cubicBezTo>
                <a:lnTo>
                  <a:pt x="176963" y="146887"/>
                </a:lnTo>
                <a:cubicBezTo>
                  <a:pt x="179300" y="151214"/>
                  <a:pt x="179196" y="156447"/>
                  <a:pt x="176684" y="160669"/>
                </a:cubicBezTo>
                <a:cubicBezTo>
                  <a:pt x="174171" y="164891"/>
                  <a:pt x="169601" y="167473"/>
                  <a:pt x="164681" y="167473"/>
                </a:cubicBezTo>
                <a:lnTo>
                  <a:pt x="13956" y="167473"/>
                </a:lnTo>
                <a:cubicBezTo>
                  <a:pt x="9037" y="167473"/>
                  <a:pt x="4501" y="164891"/>
                  <a:pt x="1954" y="160669"/>
                </a:cubicBezTo>
                <a:cubicBezTo>
                  <a:pt x="-593" y="156447"/>
                  <a:pt x="-663" y="151214"/>
                  <a:pt x="1675" y="146887"/>
                </a:cubicBezTo>
                <a:lnTo>
                  <a:pt x="77037" y="7327"/>
                </a:lnTo>
                <a:cubicBezTo>
                  <a:pt x="79480" y="2826"/>
                  <a:pt x="84190" y="0"/>
                  <a:pt x="89319" y="0"/>
                </a:cubicBezTo>
                <a:close/>
                <a:moveTo>
                  <a:pt x="89319" y="58615"/>
                </a:moveTo>
                <a:cubicBezTo>
                  <a:pt x="84678" y="58615"/>
                  <a:pt x="80945" y="62349"/>
                  <a:pt x="80945" y="66989"/>
                </a:cubicBezTo>
                <a:lnTo>
                  <a:pt x="80945" y="106066"/>
                </a:lnTo>
                <a:cubicBezTo>
                  <a:pt x="80945" y="110706"/>
                  <a:pt x="84678" y="114440"/>
                  <a:pt x="89319" y="114440"/>
                </a:cubicBezTo>
                <a:cubicBezTo>
                  <a:pt x="93959" y="114440"/>
                  <a:pt x="97692" y="110706"/>
                  <a:pt x="97692" y="106066"/>
                </a:cubicBezTo>
                <a:lnTo>
                  <a:pt x="97692" y="66989"/>
                </a:lnTo>
                <a:cubicBezTo>
                  <a:pt x="97692" y="62349"/>
                  <a:pt x="93959" y="58615"/>
                  <a:pt x="89319" y="58615"/>
                </a:cubicBezTo>
                <a:close/>
                <a:moveTo>
                  <a:pt x="98634" y="133978"/>
                </a:moveTo>
                <a:cubicBezTo>
                  <a:pt x="98846" y="130520"/>
                  <a:pt x="97122" y="127230"/>
                  <a:pt x="94158" y="125437"/>
                </a:cubicBezTo>
                <a:cubicBezTo>
                  <a:pt x="91193" y="123644"/>
                  <a:pt x="87479" y="123644"/>
                  <a:pt x="84515" y="125437"/>
                </a:cubicBezTo>
                <a:cubicBezTo>
                  <a:pt x="81550" y="127230"/>
                  <a:pt x="79826" y="130520"/>
                  <a:pt x="80038" y="133978"/>
                </a:cubicBezTo>
                <a:cubicBezTo>
                  <a:pt x="79826" y="137436"/>
                  <a:pt x="81550" y="140726"/>
                  <a:pt x="84515" y="142519"/>
                </a:cubicBezTo>
                <a:cubicBezTo>
                  <a:pt x="87479" y="144312"/>
                  <a:pt x="91193" y="144312"/>
                  <a:pt x="94158" y="142519"/>
                </a:cubicBezTo>
                <a:cubicBezTo>
                  <a:pt x="97122" y="140726"/>
                  <a:pt x="98846" y="137436"/>
                  <a:pt x="98634" y="133978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24" name="Text 22"/>
          <p:cNvSpPr/>
          <p:nvPr/>
        </p:nvSpPr>
        <p:spPr>
          <a:xfrm>
            <a:off x="815452" y="6350558"/>
            <a:ext cx="5082233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Pencegahan:</a:t>
            </a:r>
            <a:r>
              <a:rPr lang="en-US" sz="985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Fitur ini mencegah penggunaan foto </a:t>
            </a:r>
            <a:r>
              <a:rPr lang="en-US" sz="985" dirty="0">
                <a:solidFill>
                  <a:srgbClr val="2C2C2C"/>
                </a:solidFill>
                <a:highlight>
                  <a:srgbClr val="8C92A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editan </a:t>
            </a:r>
            <a:r>
              <a:rPr lang="en-US" sz="985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985" dirty="0">
                <a:solidFill>
                  <a:srgbClr val="2C2C2C"/>
                </a:solidFill>
                <a:highlight>
                  <a:srgbClr val="8C92A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screenshot </a:t>
            </a:r>
            <a:r>
              <a:rPr lang="en-US" sz="985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atau </a:t>
            </a:r>
            <a:r>
              <a:rPr lang="en-US" sz="985" dirty="0">
                <a:solidFill>
                  <a:srgbClr val="2C2C2C"/>
                </a:solidFill>
                <a:highlight>
                  <a:srgbClr val="8C92AC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foto lama </a:t>
            </a:r>
            <a:r>
              <a:rPr lang="en-US" sz="985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sebagai bukti palsu.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04578" y="1536281"/>
            <a:ext cx="5636009" cy="3751385"/>
          </a:xfrm>
          <a:custGeom>
            <a:avLst/>
            <a:gdLst/>
            <a:ahLst/>
            <a:cxnLst/>
            <a:rect l="l" t="t" r="r" b="b"/>
            <a:pathLst>
              <a:path w="5636009" h="3751385">
                <a:moveTo>
                  <a:pt x="107177" y="0"/>
                </a:moveTo>
                <a:lnTo>
                  <a:pt x="5528832" y="0"/>
                </a:lnTo>
                <a:cubicBezTo>
                  <a:pt x="5588024" y="0"/>
                  <a:pt x="5636009" y="47985"/>
                  <a:pt x="5636009" y="107177"/>
                </a:cubicBezTo>
                <a:lnTo>
                  <a:pt x="5636009" y="3644208"/>
                </a:lnTo>
                <a:cubicBezTo>
                  <a:pt x="5636009" y="3703400"/>
                  <a:pt x="5588024" y="3751385"/>
                  <a:pt x="5528832" y="3751385"/>
                </a:cubicBezTo>
                <a:lnTo>
                  <a:pt x="107177" y="3751385"/>
                </a:lnTo>
                <a:cubicBezTo>
                  <a:pt x="47985" y="3751385"/>
                  <a:pt x="0" y="3703400"/>
                  <a:pt x="0" y="3644208"/>
                </a:cubicBezTo>
                <a:lnTo>
                  <a:pt x="0" y="107177"/>
                </a:lnTo>
                <a:cubicBezTo>
                  <a:pt x="0" y="48024"/>
                  <a:pt x="48024" y="0"/>
                  <a:pt x="107177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18943" y="1750646"/>
            <a:ext cx="500185" cy="500185"/>
          </a:xfrm>
          <a:custGeom>
            <a:avLst/>
            <a:gdLst/>
            <a:ahLst/>
            <a:cxnLst/>
            <a:rect l="l" t="t" r="r" b="b"/>
            <a:pathLst>
              <a:path w="500185" h="500185">
                <a:moveTo>
                  <a:pt x="250092" y="0"/>
                </a:moveTo>
                <a:lnTo>
                  <a:pt x="250092" y="0"/>
                </a:lnTo>
                <a:cubicBezTo>
                  <a:pt x="388122" y="0"/>
                  <a:pt x="500185" y="112063"/>
                  <a:pt x="500185" y="250092"/>
                </a:cubicBezTo>
                <a:lnTo>
                  <a:pt x="500185" y="250092"/>
                </a:lnTo>
                <a:cubicBezTo>
                  <a:pt x="500185" y="388122"/>
                  <a:pt x="388122" y="500185"/>
                  <a:pt x="250092" y="500185"/>
                </a:cubicBezTo>
                <a:lnTo>
                  <a:pt x="250092" y="500185"/>
                </a:lnTo>
                <a:cubicBezTo>
                  <a:pt x="112063" y="500185"/>
                  <a:pt x="0" y="388122"/>
                  <a:pt x="0" y="250092"/>
                </a:cubicBezTo>
                <a:lnTo>
                  <a:pt x="0" y="250092"/>
                </a:lnTo>
                <a:cubicBezTo>
                  <a:pt x="0" y="112063"/>
                  <a:pt x="112063" y="0"/>
                  <a:pt x="25009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61853" y="1893556"/>
            <a:ext cx="214365" cy="214365"/>
          </a:xfrm>
          <a:custGeom>
            <a:avLst/>
            <a:gdLst/>
            <a:ahLst/>
            <a:cxnLst/>
            <a:rect l="l" t="t" r="r" b="b"/>
            <a:pathLst>
              <a:path w="214365" h="214365">
                <a:moveTo>
                  <a:pt x="130629" y="84490"/>
                </a:moveTo>
                <a:cubicBezTo>
                  <a:pt x="130629" y="77205"/>
                  <a:pt x="134480" y="70590"/>
                  <a:pt x="138960" y="64812"/>
                </a:cubicBezTo>
                <a:cubicBezTo>
                  <a:pt x="144236" y="58029"/>
                  <a:pt x="147376" y="49488"/>
                  <a:pt x="147376" y="40193"/>
                </a:cubicBezTo>
                <a:cubicBezTo>
                  <a:pt x="147376" y="18003"/>
                  <a:pt x="129373" y="0"/>
                  <a:pt x="107182" y="0"/>
                </a:cubicBezTo>
                <a:cubicBezTo>
                  <a:pt x="84992" y="0"/>
                  <a:pt x="66989" y="18003"/>
                  <a:pt x="66989" y="40193"/>
                </a:cubicBezTo>
                <a:cubicBezTo>
                  <a:pt x="66989" y="49446"/>
                  <a:pt x="70129" y="57987"/>
                  <a:pt x="75405" y="64812"/>
                </a:cubicBezTo>
                <a:cubicBezTo>
                  <a:pt x="79884" y="70590"/>
                  <a:pt x="83736" y="77205"/>
                  <a:pt x="83736" y="84490"/>
                </a:cubicBezTo>
                <a:cubicBezTo>
                  <a:pt x="83736" y="97008"/>
                  <a:pt x="73562" y="107182"/>
                  <a:pt x="61044" y="107182"/>
                </a:cubicBezTo>
                <a:lnTo>
                  <a:pt x="46892" y="107182"/>
                </a:lnTo>
                <a:cubicBezTo>
                  <a:pt x="20976" y="107182"/>
                  <a:pt x="0" y="128158"/>
                  <a:pt x="0" y="154075"/>
                </a:cubicBezTo>
                <a:cubicBezTo>
                  <a:pt x="0" y="165170"/>
                  <a:pt x="9002" y="174171"/>
                  <a:pt x="20097" y="174171"/>
                </a:cubicBezTo>
                <a:lnTo>
                  <a:pt x="194268" y="174171"/>
                </a:lnTo>
                <a:cubicBezTo>
                  <a:pt x="205363" y="174171"/>
                  <a:pt x="214365" y="165170"/>
                  <a:pt x="214365" y="154075"/>
                </a:cubicBezTo>
                <a:cubicBezTo>
                  <a:pt x="214365" y="128158"/>
                  <a:pt x="193389" y="107182"/>
                  <a:pt x="167473" y="107182"/>
                </a:cubicBezTo>
                <a:lnTo>
                  <a:pt x="153321" y="107182"/>
                </a:lnTo>
                <a:cubicBezTo>
                  <a:pt x="140803" y="107182"/>
                  <a:pt x="130629" y="97008"/>
                  <a:pt x="130629" y="84490"/>
                </a:cubicBezTo>
                <a:close/>
                <a:moveTo>
                  <a:pt x="23446" y="194268"/>
                </a:moveTo>
                <a:cubicBezTo>
                  <a:pt x="17878" y="194268"/>
                  <a:pt x="13398" y="198748"/>
                  <a:pt x="13398" y="204316"/>
                </a:cubicBezTo>
                <a:cubicBezTo>
                  <a:pt x="13398" y="209885"/>
                  <a:pt x="17878" y="214365"/>
                  <a:pt x="23446" y="214365"/>
                </a:cubicBezTo>
                <a:lnTo>
                  <a:pt x="190919" y="214365"/>
                </a:lnTo>
                <a:cubicBezTo>
                  <a:pt x="196487" y="214365"/>
                  <a:pt x="200967" y="209885"/>
                  <a:pt x="200967" y="204316"/>
                </a:cubicBezTo>
                <a:cubicBezTo>
                  <a:pt x="200967" y="198748"/>
                  <a:pt x="196487" y="194268"/>
                  <a:pt x="190919" y="194268"/>
                </a:cubicBezTo>
                <a:lnTo>
                  <a:pt x="23446" y="19426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062037" y="1857829"/>
            <a:ext cx="1902488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Watermark Otomatis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18943" y="2393741"/>
            <a:ext cx="5278734" cy="46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Setiap foto yang diupload </a:t>
            </a: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otomatis diberi watermark</a:t>
            </a: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dengan informasi identitas saksi dan metadata waktu.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18943" y="3001108"/>
            <a:ext cx="5207279" cy="1286189"/>
          </a:xfrm>
          <a:custGeom>
            <a:avLst/>
            <a:gdLst/>
            <a:ahLst/>
            <a:cxnLst/>
            <a:rect l="l" t="t" r="r" b="b"/>
            <a:pathLst>
              <a:path w="5207279" h="1286189">
                <a:moveTo>
                  <a:pt x="71461" y="0"/>
                </a:moveTo>
                <a:lnTo>
                  <a:pt x="5135818" y="0"/>
                </a:lnTo>
                <a:cubicBezTo>
                  <a:pt x="5175285" y="0"/>
                  <a:pt x="5207279" y="31994"/>
                  <a:pt x="5207279" y="71461"/>
                </a:cubicBezTo>
                <a:lnTo>
                  <a:pt x="5207279" y="1214728"/>
                </a:lnTo>
                <a:cubicBezTo>
                  <a:pt x="5207279" y="1254195"/>
                  <a:pt x="5175285" y="1286189"/>
                  <a:pt x="5135818" y="1286189"/>
                </a:cubicBezTo>
                <a:lnTo>
                  <a:pt x="71461" y="1286189"/>
                </a:lnTo>
                <a:cubicBezTo>
                  <a:pt x="31994" y="1286189"/>
                  <a:pt x="0" y="1254195"/>
                  <a:pt x="0" y="1214728"/>
                </a:cubicBezTo>
                <a:lnTo>
                  <a:pt x="0" y="71461"/>
                </a:lnTo>
                <a:cubicBezTo>
                  <a:pt x="0" y="32020"/>
                  <a:pt x="32020" y="0"/>
                  <a:pt x="7146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561853" y="3144018"/>
            <a:ext cx="4992914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 Watermark: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87532" y="3492360"/>
            <a:ext cx="109415" cy="125046"/>
          </a:xfrm>
          <a:custGeom>
            <a:avLst/>
            <a:gdLst/>
            <a:ahLst/>
            <a:cxnLst/>
            <a:rect l="l" t="t" r="r" b="b"/>
            <a:pathLst>
              <a:path w="109415" h="125046">
                <a:moveTo>
                  <a:pt x="54708" y="60569"/>
                </a:moveTo>
                <a:cubicBezTo>
                  <a:pt x="70883" y="60569"/>
                  <a:pt x="84015" y="47437"/>
                  <a:pt x="84015" y="31262"/>
                </a:cubicBezTo>
                <a:cubicBezTo>
                  <a:pt x="84015" y="15086"/>
                  <a:pt x="70883" y="1954"/>
                  <a:pt x="54708" y="1954"/>
                </a:cubicBezTo>
                <a:cubicBezTo>
                  <a:pt x="38532" y="1954"/>
                  <a:pt x="25400" y="15086"/>
                  <a:pt x="25400" y="31262"/>
                </a:cubicBezTo>
                <a:cubicBezTo>
                  <a:pt x="25400" y="47437"/>
                  <a:pt x="38532" y="60569"/>
                  <a:pt x="54708" y="60569"/>
                </a:cubicBezTo>
                <a:close/>
                <a:moveTo>
                  <a:pt x="47454" y="74246"/>
                </a:moveTo>
                <a:cubicBezTo>
                  <a:pt x="23397" y="74246"/>
                  <a:pt x="3908" y="93736"/>
                  <a:pt x="3908" y="117793"/>
                </a:cubicBezTo>
                <a:cubicBezTo>
                  <a:pt x="3908" y="121798"/>
                  <a:pt x="7156" y="125046"/>
                  <a:pt x="11161" y="125046"/>
                </a:cubicBezTo>
                <a:lnTo>
                  <a:pt x="98254" y="125046"/>
                </a:lnTo>
                <a:cubicBezTo>
                  <a:pt x="102259" y="125046"/>
                  <a:pt x="105508" y="121798"/>
                  <a:pt x="105508" y="117793"/>
                </a:cubicBezTo>
                <a:cubicBezTo>
                  <a:pt x="105508" y="93736"/>
                  <a:pt x="86018" y="74246"/>
                  <a:pt x="61961" y="74246"/>
                </a:cubicBezTo>
                <a:lnTo>
                  <a:pt x="47454" y="7424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789615" y="3465565"/>
            <a:ext cx="126832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Saksi:</a:t>
            </a:r>
            <a:r>
              <a:rPr lang="en-US" sz="9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[Nama Lengkap]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95347" y="3742453"/>
            <a:ext cx="93785" cy="125046"/>
          </a:xfrm>
          <a:custGeom>
            <a:avLst/>
            <a:gdLst/>
            <a:ahLst/>
            <a:cxnLst/>
            <a:rect l="l" t="t" r="r" b="b"/>
            <a:pathLst>
              <a:path w="93785" h="125046">
                <a:moveTo>
                  <a:pt x="0" y="46062"/>
                </a:moveTo>
                <a:cubicBezTo>
                  <a:pt x="0" y="20613"/>
                  <a:pt x="21004" y="0"/>
                  <a:pt x="46892" y="0"/>
                </a:cubicBezTo>
                <a:cubicBezTo>
                  <a:pt x="72781" y="0"/>
                  <a:pt x="93785" y="20613"/>
                  <a:pt x="93785" y="46062"/>
                </a:cubicBezTo>
                <a:cubicBezTo>
                  <a:pt x="93785" y="75199"/>
                  <a:pt x="64428" y="110124"/>
                  <a:pt x="52168" y="123434"/>
                </a:cubicBezTo>
                <a:cubicBezTo>
                  <a:pt x="49286" y="126560"/>
                  <a:pt x="44474" y="126560"/>
                  <a:pt x="41593" y="123434"/>
                </a:cubicBezTo>
                <a:cubicBezTo>
                  <a:pt x="29332" y="110124"/>
                  <a:pt x="-24" y="75199"/>
                  <a:pt x="-24" y="46062"/>
                </a:cubicBezTo>
                <a:close/>
                <a:moveTo>
                  <a:pt x="46892" y="62523"/>
                </a:moveTo>
                <a:cubicBezTo>
                  <a:pt x="55519" y="62523"/>
                  <a:pt x="62523" y="55519"/>
                  <a:pt x="62523" y="46892"/>
                </a:cubicBezTo>
                <a:cubicBezTo>
                  <a:pt x="62523" y="38265"/>
                  <a:pt x="55519" y="31262"/>
                  <a:pt x="46892" y="31262"/>
                </a:cubicBezTo>
                <a:cubicBezTo>
                  <a:pt x="38265" y="31262"/>
                  <a:pt x="31262" y="38265"/>
                  <a:pt x="31262" y="46892"/>
                </a:cubicBezTo>
                <a:cubicBezTo>
                  <a:pt x="31262" y="55519"/>
                  <a:pt x="38265" y="62523"/>
                  <a:pt x="46892" y="6252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789615" y="3715657"/>
            <a:ext cx="1009301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TPS:</a:t>
            </a:r>
            <a:r>
              <a:rPr lang="en-US" sz="9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[Nomor TPS]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579716" y="3992545"/>
            <a:ext cx="125046" cy="125046"/>
          </a:xfrm>
          <a:custGeom>
            <a:avLst/>
            <a:gdLst/>
            <a:ahLst/>
            <a:cxnLst/>
            <a:rect l="l" t="t" r="r" b="b"/>
            <a:pathLst>
              <a:path w="125046" h="125046">
                <a:moveTo>
                  <a:pt x="62523" y="0"/>
                </a:moveTo>
                <a:cubicBezTo>
                  <a:pt x="97031" y="0"/>
                  <a:pt x="125046" y="28016"/>
                  <a:pt x="125046" y="62523"/>
                </a:cubicBezTo>
                <a:cubicBezTo>
                  <a:pt x="125046" y="97031"/>
                  <a:pt x="97031" y="125046"/>
                  <a:pt x="62523" y="125046"/>
                </a:cubicBezTo>
                <a:cubicBezTo>
                  <a:pt x="28016" y="125046"/>
                  <a:pt x="0" y="97031"/>
                  <a:pt x="0" y="62523"/>
                </a:cubicBezTo>
                <a:cubicBezTo>
                  <a:pt x="0" y="28016"/>
                  <a:pt x="28016" y="0"/>
                  <a:pt x="62523" y="0"/>
                </a:cubicBezTo>
                <a:close/>
                <a:moveTo>
                  <a:pt x="56662" y="29308"/>
                </a:moveTo>
                <a:lnTo>
                  <a:pt x="56662" y="62523"/>
                </a:lnTo>
                <a:cubicBezTo>
                  <a:pt x="56662" y="64477"/>
                  <a:pt x="57638" y="66309"/>
                  <a:pt x="59275" y="67408"/>
                </a:cubicBezTo>
                <a:lnTo>
                  <a:pt x="82721" y="83038"/>
                </a:lnTo>
                <a:cubicBezTo>
                  <a:pt x="85408" y="84846"/>
                  <a:pt x="89047" y="84113"/>
                  <a:pt x="90854" y="81402"/>
                </a:cubicBezTo>
                <a:cubicBezTo>
                  <a:pt x="92661" y="78691"/>
                  <a:pt x="91928" y="75077"/>
                  <a:pt x="89218" y="73269"/>
                </a:cubicBezTo>
                <a:lnTo>
                  <a:pt x="68385" y="59397"/>
                </a:lnTo>
                <a:lnTo>
                  <a:pt x="68385" y="29308"/>
                </a:lnTo>
                <a:cubicBezTo>
                  <a:pt x="68385" y="26059"/>
                  <a:pt x="65771" y="23446"/>
                  <a:pt x="62523" y="23446"/>
                </a:cubicBezTo>
                <a:cubicBezTo>
                  <a:pt x="59275" y="23446"/>
                  <a:pt x="56662" y="26059"/>
                  <a:pt x="56662" y="293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789615" y="3965749"/>
            <a:ext cx="2188308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Timestamp:</a:t>
            </a:r>
            <a:r>
              <a:rPr lang="en-US" sz="9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[DD/MM/YYYY HH:MM:SS]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18943" y="4430207"/>
            <a:ext cx="2545582" cy="643095"/>
          </a:xfrm>
          <a:custGeom>
            <a:avLst/>
            <a:gdLst/>
            <a:ahLst/>
            <a:cxnLst/>
            <a:rect l="l" t="t" r="r" b="b"/>
            <a:pathLst>
              <a:path w="2545582" h="643095">
                <a:moveTo>
                  <a:pt x="71454" y="0"/>
                </a:moveTo>
                <a:lnTo>
                  <a:pt x="2474128" y="0"/>
                </a:lnTo>
                <a:cubicBezTo>
                  <a:pt x="2513591" y="0"/>
                  <a:pt x="2545582" y="31991"/>
                  <a:pt x="2545582" y="71454"/>
                </a:cubicBezTo>
                <a:lnTo>
                  <a:pt x="2545582" y="571640"/>
                </a:lnTo>
                <a:cubicBezTo>
                  <a:pt x="2545582" y="611103"/>
                  <a:pt x="2513591" y="643095"/>
                  <a:pt x="2474128" y="643095"/>
                </a:cubicBezTo>
                <a:lnTo>
                  <a:pt x="71454" y="643095"/>
                </a:lnTo>
                <a:cubicBezTo>
                  <a:pt x="31991" y="643095"/>
                  <a:pt x="0" y="611103"/>
                  <a:pt x="0" y="571640"/>
                </a:cubicBezTo>
                <a:lnTo>
                  <a:pt x="0" y="71454"/>
                </a:lnTo>
                <a:cubicBezTo>
                  <a:pt x="0" y="32018"/>
                  <a:pt x="32018" y="0"/>
                  <a:pt x="7145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603811" y="4537389"/>
            <a:ext cx="178637" cy="178637"/>
          </a:xfrm>
          <a:custGeom>
            <a:avLst/>
            <a:gdLst/>
            <a:ahLst/>
            <a:cxnLst/>
            <a:rect l="l" t="t" r="r" b="b"/>
            <a:pathLst>
              <a:path w="178637" h="178637">
                <a:moveTo>
                  <a:pt x="89319" y="0"/>
                </a:moveTo>
                <a:cubicBezTo>
                  <a:pt x="90924" y="0"/>
                  <a:pt x="92529" y="349"/>
                  <a:pt x="93994" y="1012"/>
                </a:cubicBezTo>
                <a:lnTo>
                  <a:pt x="159727" y="28889"/>
                </a:lnTo>
                <a:cubicBezTo>
                  <a:pt x="167403" y="32134"/>
                  <a:pt x="173125" y="39705"/>
                  <a:pt x="173090" y="48846"/>
                </a:cubicBezTo>
                <a:cubicBezTo>
                  <a:pt x="172915" y="83457"/>
                  <a:pt x="158680" y="146783"/>
                  <a:pt x="98565" y="175567"/>
                </a:cubicBezTo>
                <a:cubicBezTo>
                  <a:pt x="92738" y="178358"/>
                  <a:pt x="85969" y="178358"/>
                  <a:pt x="80143" y="175567"/>
                </a:cubicBezTo>
                <a:cubicBezTo>
                  <a:pt x="19992" y="146783"/>
                  <a:pt x="5792" y="83457"/>
                  <a:pt x="5617" y="48846"/>
                </a:cubicBezTo>
                <a:cubicBezTo>
                  <a:pt x="5582" y="39705"/>
                  <a:pt x="11304" y="32134"/>
                  <a:pt x="18980" y="28889"/>
                </a:cubicBezTo>
                <a:lnTo>
                  <a:pt x="84678" y="1012"/>
                </a:lnTo>
                <a:cubicBezTo>
                  <a:pt x="86144" y="349"/>
                  <a:pt x="87714" y="0"/>
                  <a:pt x="89319" y="0"/>
                </a:cubicBezTo>
                <a:close/>
                <a:moveTo>
                  <a:pt x="89319" y="23307"/>
                </a:moveTo>
                <a:lnTo>
                  <a:pt x="89319" y="155226"/>
                </a:lnTo>
                <a:cubicBezTo>
                  <a:pt x="137467" y="131920"/>
                  <a:pt x="150411" y="80282"/>
                  <a:pt x="150725" y="49370"/>
                </a:cubicBezTo>
                <a:lnTo>
                  <a:pt x="89319" y="23341"/>
                </a:lnTo>
                <a:lnTo>
                  <a:pt x="89319" y="2334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494864" y="4787481"/>
            <a:ext cx="2393741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Anti-Fake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074638" y="4430207"/>
            <a:ext cx="2545582" cy="643095"/>
          </a:xfrm>
          <a:custGeom>
            <a:avLst/>
            <a:gdLst/>
            <a:ahLst/>
            <a:cxnLst/>
            <a:rect l="l" t="t" r="r" b="b"/>
            <a:pathLst>
              <a:path w="2545582" h="643095">
                <a:moveTo>
                  <a:pt x="71454" y="0"/>
                </a:moveTo>
                <a:lnTo>
                  <a:pt x="2474128" y="0"/>
                </a:lnTo>
                <a:cubicBezTo>
                  <a:pt x="2513591" y="0"/>
                  <a:pt x="2545582" y="31991"/>
                  <a:pt x="2545582" y="71454"/>
                </a:cubicBezTo>
                <a:lnTo>
                  <a:pt x="2545582" y="571640"/>
                </a:lnTo>
                <a:cubicBezTo>
                  <a:pt x="2545582" y="611103"/>
                  <a:pt x="2513591" y="643095"/>
                  <a:pt x="2474128" y="643095"/>
                </a:cubicBezTo>
                <a:lnTo>
                  <a:pt x="71454" y="643095"/>
                </a:lnTo>
                <a:cubicBezTo>
                  <a:pt x="31991" y="643095"/>
                  <a:pt x="0" y="611103"/>
                  <a:pt x="0" y="571640"/>
                </a:cubicBezTo>
                <a:lnTo>
                  <a:pt x="0" y="71454"/>
                </a:lnTo>
                <a:cubicBezTo>
                  <a:pt x="0" y="32018"/>
                  <a:pt x="32018" y="0"/>
                  <a:pt x="7145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259646" y="4537389"/>
            <a:ext cx="178637" cy="178637"/>
          </a:xfrm>
          <a:custGeom>
            <a:avLst/>
            <a:gdLst/>
            <a:ahLst/>
            <a:cxnLst/>
            <a:rect l="l" t="t" r="r" b="b"/>
            <a:pathLst>
              <a:path w="178637" h="178637">
                <a:moveTo>
                  <a:pt x="145143" y="72571"/>
                </a:moveTo>
                <a:cubicBezTo>
                  <a:pt x="145143" y="88586"/>
                  <a:pt x="139944" y="103379"/>
                  <a:pt x="131187" y="115382"/>
                </a:cubicBezTo>
                <a:lnTo>
                  <a:pt x="175358" y="159587"/>
                </a:lnTo>
                <a:cubicBezTo>
                  <a:pt x="179719" y="163949"/>
                  <a:pt x="179719" y="171031"/>
                  <a:pt x="175358" y="175393"/>
                </a:cubicBezTo>
                <a:cubicBezTo>
                  <a:pt x="170996" y="179754"/>
                  <a:pt x="163914" y="179754"/>
                  <a:pt x="159552" y="175393"/>
                </a:cubicBezTo>
                <a:lnTo>
                  <a:pt x="115382" y="131187"/>
                </a:lnTo>
                <a:cubicBezTo>
                  <a:pt x="103379" y="139944"/>
                  <a:pt x="88586" y="145143"/>
                  <a:pt x="72571" y="145143"/>
                </a:cubicBezTo>
                <a:cubicBezTo>
                  <a:pt x="32483" y="145143"/>
                  <a:pt x="0" y="112660"/>
                  <a:pt x="0" y="72571"/>
                </a:cubicBezTo>
                <a:cubicBezTo>
                  <a:pt x="0" y="32483"/>
                  <a:pt x="32483" y="0"/>
                  <a:pt x="72571" y="0"/>
                </a:cubicBezTo>
                <a:cubicBezTo>
                  <a:pt x="112660" y="0"/>
                  <a:pt x="145143" y="32483"/>
                  <a:pt x="145143" y="72571"/>
                </a:cubicBezTo>
                <a:close/>
                <a:moveTo>
                  <a:pt x="72571" y="122813"/>
                </a:moveTo>
                <a:cubicBezTo>
                  <a:pt x="100301" y="122813"/>
                  <a:pt x="122813" y="100301"/>
                  <a:pt x="122813" y="72571"/>
                </a:cubicBezTo>
                <a:cubicBezTo>
                  <a:pt x="122813" y="44842"/>
                  <a:pt x="100301" y="22330"/>
                  <a:pt x="72571" y="22330"/>
                </a:cubicBezTo>
                <a:cubicBezTo>
                  <a:pt x="44842" y="22330"/>
                  <a:pt x="22330" y="44842"/>
                  <a:pt x="22330" y="72571"/>
                </a:cubicBezTo>
                <a:cubicBezTo>
                  <a:pt x="22330" y="100301"/>
                  <a:pt x="44842" y="122813"/>
                  <a:pt x="72571" y="1228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9150559" y="4787481"/>
            <a:ext cx="2393741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Traceable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22442" y="5466303"/>
            <a:ext cx="5618145" cy="1393371"/>
          </a:xfrm>
          <a:custGeom>
            <a:avLst/>
            <a:gdLst/>
            <a:ahLst/>
            <a:cxnLst/>
            <a:rect l="l" t="t" r="r" b="b"/>
            <a:pathLst>
              <a:path w="5618145" h="1393371">
                <a:moveTo>
                  <a:pt x="35727" y="0"/>
                </a:moveTo>
                <a:lnTo>
                  <a:pt x="5510967" y="0"/>
                </a:lnTo>
                <a:cubicBezTo>
                  <a:pt x="5570160" y="0"/>
                  <a:pt x="5618145" y="47985"/>
                  <a:pt x="5618145" y="107178"/>
                </a:cubicBezTo>
                <a:lnTo>
                  <a:pt x="5618145" y="1286193"/>
                </a:lnTo>
                <a:cubicBezTo>
                  <a:pt x="5618145" y="1345386"/>
                  <a:pt x="5570160" y="1393371"/>
                  <a:pt x="5510967" y="1393371"/>
                </a:cubicBezTo>
                <a:lnTo>
                  <a:pt x="35727" y="1393371"/>
                </a:lnTo>
                <a:cubicBezTo>
                  <a:pt x="15996" y="1393371"/>
                  <a:pt x="0" y="1377376"/>
                  <a:pt x="0" y="1357644"/>
                </a:cubicBezTo>
                <a:lnTo>
                  <a:pt x="0" y="35727"/>
                </a:lnTo>
                <a:cubicBezTo>
                  <a:pt x="0" y="16009"/>
                  <a:pt x="16009" y="0"/>
                  <a:pt x="35727" y="0"/>
                </a:cubicBezTo>
                <a:close/>
              </a:path>
            </a:pathLst>
          </a:custGeom>
          <a:solidFill>
            <a:srgbClr val="6B7A8F">
              <a:alpha val="5098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222442" y="5466303"/>
            <a:ext cx="35727" cy="1393371"/>
          </a:xfrm>
          <a:custGeom>
            <a:avLst/>
            <a:gdLst/>
            <a:ahLst/>
            <a:cxnLst/>
            <a:rect l="l" t="t" r="r" b="b"/>
            <a:pathLst>
              <a:path w="35727" h="1393371">
                <a:moveTo>
                  <a:pt x="35727" y="0"/>
                </a:moveTo>
                <a:lnTo>
                  <a:pt x="35727" y="0"/>
                </a:lnTo>
                <a:lnTo>
                  <a:pt x="35727" y="1393371"/>
                </a:lnTo>
                <a:lnTo>
                  <a:pt x="35727" y="1393371"/>
                </a:lnTo>
                <a:cubicBezTo>
                  <a:pt x="15996" y="1393371"/>
                  <a:pt x="0" y="1377376"/>
                  <a:pt x="0" y="1357644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6" name="Text 44"/>
          <p:cNvSpPr/>
          <p:nvPr/>
        </p:nvSpPr>
        <p:spPr>
          <a:xfrm>
            <a:off x="6418943" y="5644941"/>
            <a:ext cx="5323393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Keunggulan Watermark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44622" y="6037943"/>
            <a:ext cx="109415" cy="125046"/>
          </a:xfrm>
          <a:custGeom>
            <a:avLst/>
            <a:gdLst/>
            <a:ahLst/>
            <a:cxnLst/>
            <a:rect l="l" t="t" r="r" b="b"/>
            <a:pathLst>
              <a:path w="109415" h="125046">
                <a:moveTo>
                  <a:pt x="106192" y="17121"/>
                </a:moveTo>
                <a:cubicBezTo>
                  <a:pt x="109684" y="19661"/>
                  <a:pt x="110466" y="24545"/>
                  <a:pt x="107926" y="28038"/>
                </a:cubicBezTo>
                <a:lnTo>
                  <a:pt x="45403" y="114007"/>
                </a:lnTo>
                <a:cubicBezTo>
                  <a:pt x="44059" y="115863"/>
                  <a:pt x="41983" y="117011"/>
                  <a:pt x="39688" y="117206"/>
                </a:cubicBezTo>
                <a:cubicBezTo>
                  <a:pt x="37392" y="117402"/>
                  <a:pt x="35169" y="116547"/>
                  <a:pt x="33557" y="114935"/>
                </a:cubicBezTo>
                <a:lnTo>
                  <a:pt x="2296" y="83673"/>
                </a:lnTo>
                <a:cubicBezTo>
                  <a:pt x="-757" y="80621"/>
                  <a:pt x="-757" y="75663"/>
                  <a:pt x="2296" y="72610"/>
                </a:cubicBezTo>
                <a:cubicBezTo>
                  <a:pt x="5349" y="69557"/>
                  <a:pt x="10307" y="69557"/>
                  <a:pt x="13359" y="72610"/>
                </a:cubicBezTo>
                <a:lnTo>
                  <a:pt x="38149" y="97399"/>
                </a:lnTo>
                <a:lnTo>
                  <a:pt x="95299" y="18830"/>
                </a:lnTo>
                <a:cubicBezTo>
                  <a:pt x="97839" y="15338"/>
                  <a:pt x="102723" y="14556"/>
                  <a:pt x="106216" y="17096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8" name="Text 46"/>
          <p:cNvSpPr/>
          <p:nvPr/>
        </p:nvSpPr>
        <p:spPr>
          <a:xfrm>
            <a:off x="6646705" y="6002215"/>
            <a:ext cx="2876062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Autentikasi:</a:t>
            </a:r>
            <a:r>
              <a:rPr lang="en-US" sz="985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Identitas saksi tercatat permanen di foto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44622" y="6288035"/>
            <a:ext cx="109415" cy="125046"/>
          </a:xfrm>
          <a:custGeom>
            <a:avLst/>
            <a:gdLst/>
            <a:ahLst/>
            <a:cxnLst/>
            <a:rect l="l" t="t" r="r" b="b"/>
            <a:pathLst>
              <a:path w="109415" h="125046">
                <a:moveTo>
                  <a:pt x="106192" y="17121"/>
                </a:moveTo>
                <a:cubicBezTo>
                  <a:pt x="109684" y="19661"/>
                  <a:pt x="110466" y="24545"/>
                  <a:pt x="107926" y="28038"/>
                </a:cubicBezTo>
                <a:lnTo>
                  <a:pt x="45403" y="114007"/>
                </a:lnTo>
                <a:cubicBezTo>
                  <a:pt x="44059" y="115863"/>
                  <a:pt x="41983" y="117011"/>
                  <a:pt x="39688" y="117206"/>
                </a:cubicBezTo>
                <a:cubicBezTo>
                  <a:pt x="37392" y="117402"/>
                  <a:pt x="35169" y="116547"/>
                  <a:pt x="33557" y="114935"/>
                </a:cubicBezTo>
                <a:lnTo>
                  <a:pt x="2296" y="83673"/>
                </a:lnTo>
                <a:cubicBezTo>
                  <a:pt x="-757" y="80621"/>
                  <a:pt x="-757" y="75663"/>
                  <a:pt x="2296" y="72610"/>
                </a:cubicBezTo>
                <a:cubicBezTo>
                  <a:pt x="5349" y="69557"/>
                  <a:pt x="10307" y="69557"/>
                  <a:pt x="13359" y="72610"/>
                </a:cubicBezTo>
                <a:lnTo>
                  <a:pt x="38149" y="97399"/>
                </a:lnTo>
                <a:lnTo>
                  <a:pt x="95299" y="18830"/>
                </a:lnTo>
                <a:cubicBezTo>
                  <a:pt x="97839" y="15338"/>
                  <a:pt x="102723" y="14556"/>
                  <a:pt x="106216" y="17096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50" name="Text 48"/>
          <p:cNvSpPr/>
          <p:nvPr/>
        </p:nvSpPr>
        <p:spPr>
          <a:xfrm>
            <a:off x="6646705" y="6252308"/>
            <a:ext cx="2911789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Trail:</a:t>
            </a:r>
            <a:r>
              <a:rPr lang="en-US" sz="985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Timestamp memudahkan verifikasi waktu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44622" y="6538127"/>
            <a:ext cx="109415" cy="125046"/>
          </a:xfrm>
          <a:custGeom>
            <a:avLst/>
            <a:gdLst/>
            <a:ahLst/>
            <a:cxnLst/>
            <a:rect l="l" t="t" r="r" b="b"/>
            <a:pathLst>
              <a:path w="109415" h="125046">
                <a:moveTo>
                  <a:pt x="106192" y="17121"/>
                </a:moveTo>
                <a:cubicBezTo>
                  <a:pt x="109684" y="19661"/>
                  <a:pt x="110466" y="24545"/>
                  <a:pt x="107926" y="28038"/>
                </a:cubicBezTo>
                <a:lnTo>
                  <a:pt x="45403" y="114007"/>
                </a:lnTo>
                <a:cubicBezTo>
                  <a:pt x="44059" y="115863"/>
                  <a:pt x="41983" y="117011"/>
                  <a:pt x="39688" y="117206"/>
                </a:cubicBezTo>
                <a:cubicBezTo>
                  <a:pt x="37392" y="117402"/>
                  <a:pt x="35169" y="116547"/>
                  <a:pt x="33557" y="114935"/>
                </a:cubicBezTo>
                <a:lnTo>
                  <a:pt x="2296" y="83673"/>
                </a:lnTo>
                <a:cubicBezTo>
                  <a:pt x="-757" y="80621"/>
                  <a:pt x="-757" y="75663"/>
                  <a:pt x="2296" y="72610"/>
                </a:cubicBezTo>
                <a:cubicBezTo>
                  <a:pt x="5349" y="69557"/>
                  <a:pt x="10307" y="69557"/>
                  <a:pt x="13359" y="72610"/>
                </a:cubicBezTo>
                <a:lnTo>
                  <a:pt x="38149" y="97399"/>
                </a:lnTo>
                <a:lnTo>
                  <a:pt x="95299" y="18830"/>
                </a:lnTo>
                <a:cubicBezTo>
                  <a:pt x="97839" y="15338"/>
                  <a:pt x="102723" y="14556"/>
                  <a:pt x="106216" y="17096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52" name="Text 50"/>
          <p:cNvSpPr/>
          <p:nvPr/>
        </p:nvSpPr>
        <p:spPr>
          <a:xfrm>
            <a:off x="6646705" y="6502400"/>
            <a:ext cx="2447332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Anti-Temper:</a:t>
            </a:r>
            <a:r>
              <a:rPr lang="en-US" sz="985" dirty="0">
                <a:solidFill>
                  <a:srgbClr val="2C2C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Sulit dihapus atau dimodifikasi</a:t>
            </a:r>
            <a:endParaRPr lang="en-US" sz="16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1D76E0C1-7C12-4810-8381-2E5280DC2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2367" y="112820"/>
            <a:ext cx="1188633" cy="11614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VISUALISASI KOMPREHENSIF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Alur Kerja End-to-End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C2C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Interaksi antara saksi, admin, tim verifikator, dan tim hukum dalam satu sistem terintegrasi</a:t>
            </a:r>
            <a:endParaRPr lang="en-US" sz="1600" dirty="0"/>
          </a:p>
        </p:txBody>
      </p:sp>
      <p:pic>
        <p:nvPicPr>
          <p:cNvPr id="5" name="Image 0" descr="https://kimi-img.moonshot.cn/pub/slides/26-03-29-20:13:45-d74heuek31qk1n6q0rf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1000" y="1638300"/>
            <a:ext cx="11430000" cy="4838700"/>
          </a:xfrm>
          <a:prstGeom prst="roundRect">
            <a:avLst>
              <a:gd name="adj" fmla="val 0"/>
            </a:avLst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E479FA-CB06-4088-9EA2-DFD14B702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2367" y="112820"/>
            <a:ext cx="1188633" cy="11614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elections.ca/8cc550cd4700e24610aa837fa3034f40ec5b0a45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7" b="21877"/>
          <a:stretch/>
        </p:blipFill>
        <p:spPr>
          <a:xfrm>
            <a:off x="0" y="0"/>
            <a:ext cx="12192000" cy="685741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7416"/>
          </a:xfrm>
          <a:custGeom>
            <a:avLst/>
            <a:gdLst/>
            <a:ahLst/>
            <a:cxnLst/>
            <a:rect l="l" t="t" r="r" b="b"/>
            <a:pathLst>
              <a:path w="12192000" h="6857416">
                <a:moveTo>
                  <a:pt x="0" y="0"/>
                </a:moveTo>
                <a:lnTo>
                  <a:pt x="12192000" y="0"/>
                </a:lnTo>
                <a:lnTo>
                  <a:pt x="12192000" y="6857416"/>
                </a:lnTo>
                <a:lnTo>
                  <a:pt x="0" y="685741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B7A8F">
                  <a:alpha val="85000"/>
                </a:srgbClr>
              </a:gs>
              <a:gs pos="50000">
                <a:srgbClr val="8C92AC">
                  <a:alpha val="80000"/>
                </a:srgbClr>
              </a:gs>
              <a:gs pos="100000">
                <a:srgbClr val="B0A59A">
                  <a:alpha val="75000"/>
                </a:srgbClr>
              </a:gs>
            </a:gsLst>
            <a:lin ang="27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1769680" y="1375415"/>
            <a:ext cx="8651182" cy="1401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14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Sistem Terintegrasi untuk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414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Pemilu Transparan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53908" y="2685977"/>
            <a:ext cx="8483016" cy="1093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6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 Manajemen Saksi TPS dirancang untuk memastikan </a:t>
            </a:r>
            <a:r>
              <a:rPr lang="en-US" sz="1766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integritas data pemilu</a:t>
            </a:r>
            <a:r>
              <a:rPr lang="en-US" sz="176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melalui teknologi digital yang </a:t>
            </a:r>
            <a:r>
              <a:rPr lang="en-US" sz="1766" dirty="0">
                <a:solidFill>
                  <a:srgbClr val="FFFFFF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aman </a:t>
            </a:r>
            <a:r>
              <a:rPr lang="en-US" sz="176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766" dirty="0">
                <a:solidFill>
                  <a:srgbClr val="FFFFFF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transparan </a:t>
            </a:r>
            <a:r>
              <a:rPr lang="en-US" sz="176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dan </a:t>
            </a:r>
            <a:r>
              <a:rPr lang="en-US" sz="1766" dirty="0">
                <a:solidFill>
                  <a:srgbClr val="FFFFFF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dapat dipertanggungjawabkan </a:t>
            </a:r>
            <a:r>
              <a:rPr lang="en-US" sz="176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92767" y="4456386"/>
            <a:ext cx="2980267" cy="1504147"/>
          </a:xfrm>
          <a:custGeom>
            <a:avLst/>
            <a:gdLst/>
            <a:ahLst/>
            <a:cxnLst/>
            <a:rect l="l" t="t" r="r" b="b"/>
            <a:pathLst>
              <a:path w="2980267" h="1504147">
                <a:moveTo>
                  <a:pt x="112104" y="0"/>
                </a:moveTo>
                <a:lnTo>
                  <a:pt x="2868163" y="0"/>
                </a:lnTo>
                <a:cubicBezTo>
                  <a:pt x="2930076" y="0"/>
                  <a:pt x="2980267" y="50191"/>
                  <a:pt x="2980267" y="112104"/>
                </a:cubicBezTo>
                <a:lnTo>
                  <a:pt x="2980267" y="1392043"/>
                </a:lnTo>
                <a:cubicBezTo>
                  <a:pt x="2980267" y="1453956"/>
                  <a:pt x="2930076" y="1504147"/>
                  <a:pt x="2868163" y="1504147"/>
                </a:cubicBezTo>
                <a:lnTo>
                  <a:pt x="112104" y="1504147"/>
                </a:lnTo>
                <a:cubicBezTo>
                  <a:pt x="50191" y="1504147"/>
                  <a:pt x="0" y="1453956"/>
                  <a:pt x="0" y="1392043"/>
                </a:cubicBezTo>
                <a:lnTo>
                  <a:pt x="0" y="112104"/>
                </a:lnTo>
                <a:cubicBezTo>
                  <a:pt x="0" y="50232"/>
                  <a:pt x="50232" y="0"/>
                  <a:pt x="1121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35317" y="4685278"/>
            <a:ext cx="294290" cy="336331"/>
          </a:xfrm>
          <a:custGeom>
            <a:avLst/>
            <a:gdLst/>
            <a:ahLst/>
            <a:cxnLst/>
            <a:rect l="l" t="t" r="r" b="b"/>
            <a:pathLst>
              <a:path w="294290" h="336331">
                <a:moveTo>
                  <a:pt x="294290" y="135189"/>
                </a:moveTo>
                <a:cubicBezTo>
                  <a:pt x="284568" y="141627"/>
                  <a:pt x="273400" y="146816"/>
                  <a:pt x="261773" y="150955"/>
                </a:cubicBezTo>
                <a:cubicBezTo>
                  <a:pt x="230899" y="161991"/>
                  <a:pt x="190369" y="168166"/>
                  <a:pt x="147145" y="168166"/>
                </a:cubicBezTo>
                <a:cubicBezTo>
                  <a:pt x="103921" y="168166"/>
                  <a:pt x="63325" y="161925"/>
                  <a:pt x="32516" y="150955"/>
                </a:cubicBezTo>
                <a:cubicBezTo>
                  <a:pt x="20955" y="146816"/>
                  <a:pt x="9722" y="141627"/>
                  <a:pt x="0" y="135189"/>
                </a:cubicBezTo>
                <a:lnTo>
                  <a:pt x="0" y="189186"/>
                </a:lnTo>
                <a:cubicBezTo>
                  <a:pt x="0" y="218221"/>
                  <a:pt x="65887" y="241738"/>
                  <a:pt x="147145" y="241738"/>
                </a:cubicBezTo>
                <a:cubicBezTo>
                  <a:pt x="228403" y="241738"/>
                  <a:pt x="294290" y="218221"/>
                  <a:pt x="294290" y="189186"/>
                </a:cubicBezTo>
                <a:lnTo>
                  <a:pt x="294290" y="135189"/>
                </a:lnTo>
                <a:close/>
                <a:moveTo>
                  <a:pt x="294290" y="84083"/>
                </a:moveTo>
                <a:lnTo>
                  <a:pt x="294290" y="52552"/>
                </a:lnTo>
                <a:cubicBezTo>
                  <a:pt x="294290" y="23517"/>
                  <a:pt x="228403" y="0"/>
                  <a:pt x="147145" y="0"/>
                </a:cubicBezTo>
                <a:cubicBezTo>
                  <a:pt x="65887" y="0"/>
                  <a:pt x="0" y="23517"/>
                  <a:pt x="0" y="52552"/>
                </a:cubicBezTo>
                <a:lnTo>
                  <a:pt x="0" y="84083"/>
                </a:lnTo>
                <a:cubicBezTo>
                  <a:pt x="0" y="113118"/>
                  <a:pt x="65887" y="136634"/>
                  <a:pt x="147145" y="136634"/>
                </a:cubicBezTo>
                <a:cubicBezTo>
                  <a:pt x="228403" y="136634"/>
                  <a:pt x="294290" y="113118"/>
                  <a:pt x="294290" y="84083"/>
                </a:cubicBezTo>
                <a:close/>
                <a:moveTo>
                  <a:pt x="261773" y="256058"/>
                </a:moveTo>
                <a:cubicBezTo>
                  <a:pt x="230965" y="267028"/>
                  <a:pt x="190434" y="273269"/>
                  <a:pt x="147145" y="273269"/>
                </a:cubicBezTo>
                <a:cubicBezTo>
                  <a:pt x="103855" y="273269"/>
                  <a:pt x="63325" y="267028"/>
                  <a:pt x="32516" y="256058"/>
                </a:cubicBezTo>
                <a:cubicBezTo>
                  <a:pt x="20955" y="251920"/>
                  <a:pt x="9722" y="246730"/>
                  <a:pt x="0" y="240293"/>
                </a:cubicBezTo>
                <a:lnTo>
                  <a:pt x="0" y="283779"/>
                </a:lnTo>
                <a:cubicBezTo>
                  <a:pt x="0" y="312814"/>
                  <a:pt x="65887" y="336331"/>
                  <a:pt x="147145" y="336331"/>
                </a:cubicBezTo>
                <a:cubicBezTo>
                  <a:pt x="228403" y="336331"/>
                  <a:pt x="294290" y="312814"/>
                  <a:pt x="294290" y="283779"/>
                </a:cubicBezTo>
                <a:lnTo>
                  <a:pt x="294290" y="240293"/>
                </a:lnTo>
                <a:cubicBezTo>
                  <a:pt x="284568" y="246730"/>
                  <a:pt x="273400" y="251920"/>
                  <a:pt x="261773" y="25605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574946" y="5171090"/>
            <a:ext cx="2615908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1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Arsitektur Terstruktur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84289" y="5507421"/>
            <a:ext cx="2597223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7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tabel utama dengan relasi terintegrasi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605721" y="4456386"/>
            <a:ext cx="2980267" cy="1504147"/>
          </a:xfrm>
          <a:custGeom>
            <a:avLst/>
            <a:gdLst/>
            <a:ahLst/>
            <a:cxnLst/>
            <a:rect l="l" t="t" r="r" b="b"/>
            <a:pathLst>
              <a:path w="2980267" h="1504147">
                <a:moveTo>
                  <a:pt x="112104" y="0"/>
                </a:moveTo>
                <a:lnTo>
                  <a:pt x="2868163" y="0"/>
                </a:lnTo>
                <a:cubicBezTo>
                  <a:pt x="2930076" y="0"/>
                  <a:pt x="2980267" y="50191"/>
                  <a:pt x="2980267" y="112104"/>
                </a:cubicBezTo>
                <a:lnTo>
                  <a:pt x="2980267" y="1392043"/>
                </a:lnTo>
                <a:cubicBezTo>
                  <a:pt x="2980267" y="1453956"/>
                  <a:pt x="2930076" y="1504147"/>
                  <a:pt x="2868163" y="1504147"/>
                </a:cubicBezTo>
                <a:lnTo>
                  <a:pt x="112104" y="1504147"/>
                </a:lnTo>
                <a:cubicBezTo>
                  <a:pt x="50191" y="1504147"/>
                  <a:pt x="0" y="1453956"/>
                  <a:pt x="0" y="1392043"/>
                </a:cubicBezTo>
                <a:lnTo>
                  <a:pt x="0" y="112104"/>
                </a:lnTo>
                <a:cubicBezTo>
                  <a:pt x="0" y="50232"/>
                  <a:pt x="50232" y="0"/>
                  <a:pt x="1121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27251" y="4685278"/>
            <a:ext cx="336331" cy="336331"/>
          </a:xfrm>
          <a:custGeom>
            <a:avLst/>
            <a:gdLst/>
            <a:ahLst/>
            <a:cxnLst/>
            <a:rect l="l" t="t" r="r" b="b"/>
            <a:pathLst>
              <a:path w="336331" h="336331">
                <a:moveTo>
                  <a:pt x="0" y="52552"/>
                </a:moveTo>
                <a:cubicBezTo>
                  <a:pt x="0" y="35144"/>
                  <a:pt x="14123" y="21021"/>
                  <a:pt x="31531" y="21021"/>
                </a:cubicBezTo>
                <a:lnTo>
                  <a:pt x="94593" y="21021"/>
                </a:lnTo>
                <a:cubicBezTo>
                  <a:pt x="112001" y="21021"/>
                  <a:pt x="126124" y="35144"/>
                  <a:pt x="126124" y="52552"/>
                </a:cubicBezTo>
                <a:lnTo>
                  <a:pt x="126124" y="63062"/>
                </a:lnTo>
                <a:lnTo>
                  <a:pt x="210207" y="63062"/>
                </a:lnTo>
                <a:lnTo>
                  <a:pt x="210207" y="52552"/>
                </a:lnTo>
                <a:cubicBezTo>
                  <a:pt x="210207" y="35144"/>
                  <a:pt x="224330" y="21021"/>
                  <a:pt x="241738" y="21021"/>
                </a:cubicBezTo>
                <a:lnTo>
                  <a:pt x="304800" y="21021"/>
                </a:lnTo>
                <a:cubicBezTo>
                  <a:pt x="322208" y="21021"/>
                  <a:pt x="336331" y="35144"/>
                  <a:pt x="336331" y="52552"/>
                </a:cubicBezTo>
                <a:lnTo>
                  <a:pt x="336331" y="115614"/>
                </a:lnTo>
                <a:cubicBezTo>
                  <a:pt x="336331" y="133022"/>
                  <a:pt x="322208" y="147145"/>
                  <a:pt x="304800" y="147145"/>
                </a:cubicBezTo>
                <a:lnTo>
                  <a:pt x="241738" y="147145"/>
                </a:lnTo>
                <a:cubicBezTo>
                  <a:pt x="224330" y="147145"/>
                  <a:pt x="210207" y="133022"/>
                  <a:pt x="210207" y="115614"/>
                </a:cubicBezTo>
                <a:lnTo>
                  <a:pt x="210207" y="105103"/>
                </a:lnTo>
                <a:lnTo>
                  <a:pt x="126124" y="105103"/>
                </a:lnTo>
                <a:lnTo>
                  <a:pt x="126124" y="115614"/>
                </a:lnTo>
                <a:cubicBezTo>
                  <a:pt x="126124" y="120409"/>
                  <a:pt x="125007" y="125007"/>
                  <a:pt x="123102" y="129080"/>
                </a:cubicBezTo>
                <a:lnTo>
                  <a:pt x="168166" y="189186"/>
                </a:lnTo>
                <a:lnTo>
                  <a:pt x="220717" y="189186"/>
                </a:lnTo>
                <a:cubicBezTo>
                  <a:pt x="238125" y="189186"/>
                  <a:pt x="252248" y="203309"/>
                  <a:pt x="252248" y="220717"/>
                </a:cubicBezTo>
                <a:lnTo>
                  <a:pt x="252248" y="283779"/>
                </a:lnTo>
                <a:cubicBezTo>
                  <a:pt x="252248" y="301187"/>
                  <a:pt x="238125" y="315310"/>
                  <a:pt x="220717" y="315310"/>
                </a:cubicBezTo>
                <a:lnTo>
                  <a:pt x="157655" y="315310"/>
                </a:lnTo>
                <a:cubicBezTo>
                  <a:pt x="140247" y="315310"/>
                  <a:pt x="126124" y="301187"/>
                  <a:pt x="126124" y="283779"/>
                </a:cubicBezTo>
                <a:lnTo>
                  <a:pt x="126124" y="220717"/>
                </a:lnTo>
                <a:cubicBezTo>
                  <a:pt x="126124" y="215922"/>
                  <a:pt x="127241" y="211324"/>
                  <a:pt x="129146" y="207251"/>
                </a:cubicBezTo>
                <a:lnTo>
                  <a:pt x="84083" y="147145"/>
                </a:lnTo>
                <a:lnTo>
                  <a:pt x="31531" y="147145"/>
                </a:lnTo>
                <a:cubicBezTo>
                  <a:pt x="14123" y="147145"/>
                  <a:pt x="0" y="133022"/>
                  <a:pt x="0" y="115614"/>
                </a:cubicBezTo>
                <a:lnTo>
                  <a:pt x="0" y="525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787900" y="5171090"/>
            <a:ext cx="2615908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1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Workflow 4 Tahap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797243" y="5507421"/>
            <a:ext cx="2597223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7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Dari perekrutan hingga pelaporan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818675" y="4456386"/>
            <a:ext cx="2980267" cy="1504147"/>
          </a:xfrm>
          <a:custGeom>
            <a:avLst/>
            <a:gdLst/>
            <a:ahLst/>
            <a:cxnLst/>
            <a:rect l="l" t="t" r="r" b="b"/>
            <a:pathLst>
              <a:path w="2980267" h="1504147">
                <a:moveTo>
                  <a:pt x="112104" y="0"/>
                </a:moveTo>
                <a:lnTo>
                  <a:pt x="2868163" y="0"/>
                </a:lnTo>
                <a:cubicBezTo>
                  <a:pt x="2930076" y="0"/>
                  <a:pt x="2980267" y="50191"/>
                  <a:pt x="2980267" y="112104"/>
                </a:cubicBezTo>
                <a:lnTo>
                  <a:pt x="2980267" y="1392043"/>
                </a:lnTo>
                <a:cubicBezTo>
                  <a:pt x="2980267" y="1453956"/>
                  <a:pt x="2930076" y="1504147"/>
                  <a:pt x="2868163" y="1504147"/>
                </a:cubicBezTo>
                <a:lnTo>
                  <a:pt x="112104" y="1504147"/>
                </a:lnTo>
                <a:cubicBezTo>
                  <a:pt x="50191" y="1504147"/>
                  <a:pt x="0" y="1453956"/>
                  <a:pt x="0" y="1392043"/>
                </a:cubicBezTo>
                <a:lnTo>
                  <a:pt x="0" y="112104"/>
                </a:lnTo>
                <a:cubicBezTo>
                  <a:pt x="0" y="50232"/>
                  <a:pt x="50232" y="0"/>
                  <a:pt x="1121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82246" y="4685278"/>
            <a:ext cx="252248" cy="336331"/>
          </a:xfrm>
          <a:custGeom>
            <a:avLst/>
            <a:gdLst/>
            <a:ahLst/>
            <a:cxnLst/>
            <a:rect l="l" t="t" r="r" b="b"/>
            <a:pathLst>
              <a:path w="252248" h="336331">
                <a:moveTo>
                  <a:pt x="84083" y="63062"/>
                </a:moveTo>
                <a:lnTo>
                  <a:pt x="84083" y="105103"/>
                </a:lnTo>
                <a:lnTo>
                  <a:pt x="168166" y="105103"/>
                </a:lnTo>
                <a:lnTo>
                  <a:pt x="168166" y="63062"/>
                </a:lnTo>
                <a:cubicBezTo>
                  <a:pt x="168166" y="39874"/>
                  <a:pt x="149313" y="21021"/>
                  <a:pt x="126124" y="21021"/>
                </a:cubicBezTo>
                <a:cubicBezTo>
                  <a:pt x="102936" y="21021"/>
                  <a:pt x="84083" y="39874"/>
                  <a:pt x="84083" y="63062"/>
                </a:cubicBezTo>
                <a:close/>
                <a:moveTo>
                  <a:pt x="42041" y="105103"/>
                </a:moveTo>
                <a:lnTo>
                  <a:pt x="42041" y="63062"/>
                </a:lnTo>
                <a:cubicBezTo>
                  <a:pt x="42041" y="16619"/>
                  <a:pt x="79682" y="-21021"/>
                  <a:pt x="126124" y="-21021"/>
                </a:cubicBezTo>
                <a:cubicBezTo>
                  <a:pt x="172567" y="-21021"/>
                  <a:pt x="210207" y="16619"/>
                  <a:pt x="210207" y="63062"/>
                </a:cubicBezTo>
                <a:lnTo>
                  <a:pt x="210207" y="105103"/>
                </a:lnTo>
                <a:cubicBezTo>
                  <a:pt x="233395" y="105103"/>
                  <a:pt x="252248" y="123956"/>
                  <a:pt x="252248" y="147145"/>
                </a:cubicBezTo>
                <a:lnTo>
                  <a:pt x="252248" y="294290"/>
                </a:lnTo>
                <a:cubicBezTo>
                  <a:pt x="252248" y="317478"/>
                  <a:pt x="233395" y="336331"/>
                  <a:pt x="210207" y="336331"/>
                </a:cubicBezTo>
                <a:lnTo>
                  <a:pt x="42041" y="336331"/>
                </a:lnTo>
                <a:cubicBezTo>
                  <a:pt x="18853" y="336331"/>
                  <a:pt x="0" y="317478"/>
                  <a:pt x="0" y="294290"/>
                </a:cubicBezTo>
                <a:lnTo>
                  <a:pt x="0" y="147145"/>
                </a:lnTo>
                <a:cubicBezTo>
                  <a:pt x="0" y="123956"/>
                  <a:pt x="18853" y="105103"/>
                  <a:pt x="42041" y="1051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8000854" y="5171090"/>
            <a:ext cx="2615908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1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 Lapisan Keamanan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010197" y="5507421"/>
            <a:ext cx="2597223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7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GPS, Anti-Fake, dan Watermark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018278" y="6182705"/>
            <a:ext cx="8156028" cy="569894"/>
          </a:xfrm>
          <a:custGeom>
            <a:avLst/>
            <a:gdLst/>
            <a:ahLst/>
            <a:cxnLst/>
            <a:rect l="l" t="t" r="r" b="b"/>
            <a:pathLst>
              <a:path w="8156028" h="569894">
                <a:moveTo>
                  <a:pt x="112110" y="0"/>
                </a:moveTo>
                <a:lnTo>
                  <a:pt x="8043918" y="0"/>
                </a:lnTo>
                <a:cubicBezTo>
                  <a:pt x="8105834" y="0"/>
                  <a:pt x="8156028" y="50193"/>
                  <a:pt x="8156028" y="112110"/>
                </a:cubicBezTo>
                <a:lnTo>
                  <a:pt x="8156028" y="457785"/>
                </a:lnTo>
                <a:cubicBezTo>
                  <a:pt x="8156028" y="519701"/>
                  <a:pt x="8105834" y="569894"/>
                  <a:pt x="8043918" y="569894"/>
                </a:cubicBezTo>
                <a:lnTo>
                  <a:pt x="112110" y="569894"/>
                </a:lnTo>
                <a:cubicBezTo>
                  <a:pt x="50235" y="569894"/>
                  <a:pt x="0" y="519660"/>
                  <a:pt x="0" y="457785"/>
                </a:cubicBezTo>
                <a:lnTo>
                  <a:pt x="0" y="112110"/>
                </a:lnTo>
                <a:cubicBezTo>
                  <a:pt x="0" y="50193"/>
                  <a:pt x="50193" y="0"/>
                  <a:pt x="11211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441028" y="6374227"/>
            <a:ext cx="126124" cy="168166"/>
          </a:xfrm>
          <a:custGeom>
            <a:avLst/>
            <a:gdLst/>
            <a:ahLst/>
            <a:cxnLst/>
            <a:rect l="l" t="t" r="r" b="b"/>
            <a:pathLst>
              <a:path w="126124" h="168166">
                <a:moveTo>
                  <a:pt x="0" y="21021"/>
                </a:moveTo>
                <a:cubicBezTo>
                  <a:pt x="0" y="9426"/>
                  <a:pt x="9426" y="0"/>
                  <a:pt x="21021" y="0"/>
                </a:cubicBezTo>
                <a:lnTo>
                  <a:pt x="70124" y="0"/>
                </a:lnTo>
                <a:cubicBezTo>
                  <a:pt x="75707" y="0"/>
                  <a:pt x="81061" y="2201"/>
                  <a:pt x="85002" y="6142"/>
                </a:cubicBezTo>
                <a:lnTo>
                  <a:pt x="119982" y="41155"/>
                </a:lnTo>
                <a:cubicBezTo>
                  <a:pt x="123924" y="45096"/>
                  <a:pt x="126124" y="50450"/>
                  <a:pt x="126124" y="56033"/>
                </a:cubicBezTo>
                <a:lnTo>
                  <a:pt x="126124" y="147145"/>
                </a:lnTo>
                <a:cubicBezTo>
                  <a:pt x="126124" y="158739"/>
                  <a:pt x="116698" y="168166"/>
                  <a:pt x="105103" y="168166"/>
                </a:cubicBezTo>
                <a:lnTo>
                  <a:pt x="21021" y="168166"/>
                </a:lnTo>
                <a:cubicBezTo>
                  <a:pt x="9426" y="168166"/>
                  <a:pt x="0" y="158739"/>
                  <a:pt x="0" y="147145"/>
                </a:cubicBezTo>
                <a:lnTo>
                  <a:pt x="0" y="21021"/>
                </a:lnTo>
                <a:close/>
                <a:moveTo>
                  <a:pt x="68317" y="19214"/>
                </a:moveTo>
                <a:lnTo>
                  <a:pt x="68317" y="49924"/>
                </a:lnTo>
                <a:cubicBezTo>
                  <a:pt x="68317" y="54293"/>
                  <a:pt x="71832" y="57807"/>
                  <a:pt x="76200" y="57807"/>
                </a:cubicBezTo>
                <a:lnTo>
                  <a:pt x="106910" y="57807"/>
                </a:lnTo>
                <a:lnTo>
                  <a:pt x="68317" y="19214"/>
                </a:lnTo>
                <a:close/>
                <a:moveTo>
                  <a:pt x="39414" y="84083"/>
                </a:moveTo>
                <a:cubicBezTo>
                  <a:pt x="35045" y="84083"/>
                  <a:pt x="31531" y="87597"/>
                  <a:pt x="31531" y="91966"/>
                </a:cubicBezTo>
                <a:cubicBezTo>
                  <a:pt x="31531" y="96334"/>
                  <a:pt x="35045" y="99848"/>
                  <a:pt x="39414" y="99848"/>
                </a:cubicBezTo>
                <a:lnTo>
                  <a:pt x="86710" y="99848"/>
                </a:lnTo>
                <a:cubicBezTo>
                  <a:pt x="91079" y="99848"/>
                  <a:pt x="94593" y="96334"/>
                  <a:pt x="94593" y="91966"/>
                </a:cubicBezTo>
                <a:cubicBezTo>
                  <a:pt x="94593" y="87597"/>
                  <a:pt x="91079" y="84083"/>
                  <a:pt x="86710" y="84083"/>
                </a:cubicBezTo>
                <a:lnTo>
                  <a:pt x="39414" y="84083"/>
                </a:lnTo>
                <a:close/>
                <a:moveTo>
                  <a:pt x="39414" y="115614"/>
                </a:moveTo>
                <a:cubicBezTo>
                  <a:pt x="35045" y="115614"/>
                  <a:pt x="31531" y="119128"/>
                  <a:pt x="31531" y="123497"/>
                </a:cubicBezTo>
                <a:cubicBezTo>
                  <a:pt x="31531" y="127865"/>
                  <a:pt x="35045" y="131379"/>
                  <a:pt x="39414" y="131379"/>
                </a:cubicBezTo>
                <a:lnTo>
                  <a:pt x="86710" y="131379"/>
                </a:lnTo>
                <a:cubicBezTo>
                  <a:pt x="91079" y="131379"/>
                  <a:pt x="94593" y="127865"/>
                  <a:pt x="94593" y="123497"/>
                </a:cubicBezTo>
                <a:cubicBezTo>
                  <a:pt x="94593" y="119128"/>
                  <a:pt x="91079" y="115614"/>
                  <a:pt x="86710" y="115614"/>
                </a:cubicBezTo>
                <a:lnTo>
                  <a:pt x="39414" y="115614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2624469" y="6336857"/>
            <a:ext cx="721350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4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Dokumen ini disusun sebagai panduan pengembangan sistem informasi pengawalan suara pemilu</a:t>
            </a:r>
            <a:endParaRPr lang="en-US" sz="16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D647A0-5570-4BDB-B89C-8B76A92B4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099" y="196379"/>
            <a:ext cx="1188633" cy="11614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elections.ca/8cc550cd4700e24610aa837fa3034f40ec5b0a45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7" b="21877"/>
          <a:stretch/>
        </p:blipFill>
        <p:spPr>
          <a:xfrm>
            <a:off x="0" y="0"/>
            <a:ext cx="12192000" cy="685741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7416"/>
          </a:xfrm>
          <a:custGeom>
            <a:avLst/>
            <a:gdLst/>
            <a:ahLst/>
            <a:cxnLst/>
            <a:rect l="l" t="t" r="r" b="b"/>
            <a:pathLst>
              <a:path w="12192000" h="6857416">
                <a:moveTo>
                  <a:pt x="0" y="0"/>
                </a:moveTo>
                <a:lnTo>
                  <a:pt x="12192000" y="0"/>
                </a:lnTo>
                <a:lnTo>
                  <a:pt x="12192000" y="6857416"/>
                </a:lnTo>
                <a:lnTo>
                  <a:pt x="0" y="685741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B7A8F">
                  <a:alpha val="85000"/>
                </a:srgbClr>
              </a:gs>
              <a:gs pos="50000">
                <a:srgbClr val="8C92AC">
                  <a:alpha val="80000"/>
                </a:srgbClr>
              </a:gs>
              <a:gs pos="100000">
                <a:srgbClr val="B0A59A">
                  <a:alpha val="75000"/>
                </a:srgbClr>
              </a:gs>
            </a:gsLst>
            <a:lin ang="2700000" scaled="1"/>
          </a:gradFill>
          <a:ln/>
        </p:spPr>
      </p:sp>
      <p:sp>
        <p:nvSpPr>
          <p:cNvPr id="52" name="Shape 0">
            <a:extLst>
              <a:ext uri="{FF2B5EF4-FFF2-40B4-BE49-F238E27FC236}">
                <a16:creationId xmlns:a16="http://schemas.microsoft.com/office/drawing/2014/main" id="{558B2884-E4D5-4A50-83C7-EAB19156EDE4}"/>
              </a:ext>
            </a:extLst>
          </p:cNvPr>
          <p:cNvSpPr/>
          <p:nvPr/>
        </p:nvSpPr>
        <p:spPr>
          <a:xfrm>
            <a:off x="0" y="584"/>
            <a:ext cx="12192000" cy="6857416"/>
          </a:xfrm>
          <a:custGeom>
            <a:avLst/>
            <a:gdLst/>
            <a:ahLst/>
            <a:cxnLst/>
            <a:rect l="l" t="t" r="r" b="b"/>
            <a:pathLst>
              <a:path w="12192000" h="6857416">
                <a:moveTo>
                  <a:pt x="0" y="0"/>
                </a:moveTo>
                <a:lnTo>
                  <a:pt x="12192000" y="0"/>
                </a:lnTo>
                <a:lnTo>
                  <a:pt x="12192000" y="6857416"/>
                </a:lnTo>
                <a:lnTo>
                  <a:pt x="0" y="685741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B7A8F">
                  <a:alpha val="85000"/>
                </a:srgbClr>
              </a:gs>
              <a:gs pos="50000">
                <a:srgbClr val="8C92AC">
                  <a:alpha val="80000"/>
                </a:srgbClr>
              </a:gs>
              <a:gs pos="100000">
                <a:srgbClr val="B0A59A">
                  <a:alpha val="75000"/>
                </a:srgbClr>
              </a:gs>
            </a:gsLst>
            <a:lin ang="27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1768001" y="1180920"/>
            <a:ext cx="8651182" cy="1401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14" b="1" dirty="0" err="1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Sistem</a:t>
            </a:r>
            <a:r>
              <a:rPr lang="en-US" sz="4414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</a:t>
            </a:r>
            <a:r>
              <a:rPr lang="en-US" sz="4414" b="1" dirty="0" err="1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Pembayaran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65037" y="1795994"/>
            <a:ext cx="9126994" cy="1093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66" dirty="0" err="1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Pembayaran</a:t>
            </a:r>
            <a:r>
              <a:rPr lang="en-US" sz="176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 </a:t>
            </a:r>
            <a:r>
              <a:rPr lang="en-US" sz="1766" dirty="0" err="1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Saksi</a:t>
            </a:r>
            <a:r>
              <a:rPr lang="en-US" sz="176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 </a:t>
            </a:r>
            <a:r>
              <a:rPr lang="en-US" sz="1766" dirty="0" err="1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akan</a:t>
            </a:r>
            <a:r>
              <a:rPr lang="en-US" sz="176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 </a:t>
            </a:r>
            <a:r>
              <a:rPr lang="en-US" sz="1766" dirty="0" err="1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dilakukan</a:t>
            </a:r>
            <a:r>
              <a:rPr lang="en-US" sz="176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 </a:t>
            </a:r>
            <a:r>
              <a:rPr lang="en-US" sz="1766" dirty="0" err="1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saat</a:t>
            </a:r>
            <a:r>
              <a:rPr lang="en-US" sz="176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 </a:t>
            </a:r>
            <a:r>
              <a:rPr lang="en-US" sz="1766" dirty="0" err="1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syarat</a:t>
            </a:r>
            <a:r>
              <a:rPr lang="en-US" sz="176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 </a:t>
            </a:r>
            <a:r>
              <a:rPr lang="en-US" sz="1766" dirty="0" err="1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sudah</a:t>
            </a:r>
            <a:r>
              <a:rPr lang="en-US" sz="176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 </a:t>
            </a:r>
            <a:r>
              <a:rPr lang="en-US" sz="1766" dirty="0" err="1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terpenuhi</a:t>
            </a:r>
            <a:r>
              <a:rPr lang="en-US" sz="176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 </a:t>
            </a:r>
            <a:r>
              <a:rPr lang="en-US" sz="1766" dirty="0" err="1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atau</a:t>
            </a:r>
            <a:r>
              <a:rPr lang="en-US" sz="176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 </a:t>
            </a:r>
            <a:r>
              <a:rPr lang="en-US" sz="1766" dirty="0" err="1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terverifikasi</a:t>
            </a:r>
            <a:r>
              <a:rPr lang="en-US" sz="176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 oleh </a:t>
            </a:r>
            <a:r>
              <a:rPr lang="en-US" sz="1766" dirty="0" err="1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sistem</a:t>
            </a:r>
            <a:r>
              <a:rPr lang="en-US" sz="176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</a:rPr>
              <a:t> 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018278" y="6098047"/>
            <a:ext cx="8156028" cy="569894"/>
          </a:xfrm>
          <a:custGeom>
            <a:avLst/>
            <a:gdLst/>
            <a:ahLst/>
            <a:cxnLst/>
            <a:rect l="l" t="t" r="r" b="b"/>
            <a:pathLst>
              <a:path w="8156028" h="569894">
                <a:moveTo>
                  <a:pt x="112110" y="0"/>
                </a:moveTo>
                <a:lnTo>
                  <a:pt x="8043918" y="0"/>
                </a:lnTo>
                <a:cubicBezTo>
                  <a:pt x="8105834" y="0"/>
                  <a:pt x="8156028" y="50193"/>
                  <a:pt x="8156028" y="112110"/>
                </a:cubicBezTo>
                <a:lnTo>
                  <a:pt x="8156028" y="457785"/>
                </a:lnTo>
                <a:cubicBezTo>
                  <a:pt x="8156028" y="519701"/>
                  <a:pt x="8105834" y="569894"/>
                  <a:pt x="8043918" y="569894"/>
                </a:cubicBezTo>
                <a:lnTo>
                  <a:pt x="112110" y="569894"/>
                </a:lnTo>
                <a:cubicBezTo>
                  <a:pt x="50235" y="569894"/>
                  <a:pt x="0" y="519660"/>
                  <a:pt x="0" y="457785"/>
                </a:cubicBezTo>
                <a:lnTo>
                  <a:pt x="0" y="112110"/>
                </a:lnTo>
                <a:cubicBezTo>
                  <a:pt x="0" y="50193"/>
                  <a:pt x="50193" y="0"/>
                  <a:pt x="11211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441028" y="6289569"/>
            <a:ext cx="126124" cy="168166"/>
          </a:xfrm>
          <a:custGeom>
            <a:avLst/>
            <a:gdLst/>
            <a:ahLst/>
            <a:cxnLst/>
            <a:rect l="l" t="t" r="r" b="b"/>
            <a:pathLst>
              <a:path w="126124" h="168166">
                <a:moveTo>
                  <a:pt x="0" y="21021"/>
                </a:moveTo>
                <a:cubicBezTo>
                  <a:pt x="0" y="9426"/>
                  <a:pt x="9426" y="0"/>
                  <a:pt x="21021" y="0"/>
                </a:cubicBezTo>
                <a:lnTo>
                  <a:pt x="70124" y="0"/>
                </a:lnTo>
                <a:cubicBezTo>
                  <a:pt x="75707" y="0"/>
                  <a:pt x="81061" y="2201"/>
                  <a:pt x="85002" y="6142"/>
                </a:cubicBezTo>
                <a:lnTo>
                  <a:pt x="119982" y="41155"/>
                </a:lnTo>
                <a:cubicBezTo>
                  <a:pt x="123924" y="45096"/>
                  <a:pt x="126124" y="50450"/>
                  <a:pt x="126124" y="56033"/>
                </a:cubicBezTo>
                <a:lnTo>
                  <a:pt x="126124" y="147145"/>
                </a:lnTo>
                <a:cubicBezTo>
                  <a:pt x="126124" y="158739"/>
                  <a:pt x="116698" y="168166"/>
                  <a:pt x="105103" y="168166"/>
                </a:cubicBezTo>
                <a:lnTo>
                  <a:pt x="21021" y="168166"/>
                </a:lnTo>
                <a:cubicBezTo>
                  <a:pt x="9426" y="168166"/>
                  <a:pt x="0" y="158739"/>
                  <a:pt x="0" y="147145"/>
                </a:cubicBezTo>
                <a:lnTo>
                  <a:pt x="0" y="21021"/>
                </a:lnTo>
                <a:close/>
                <a:moveTo>
                  <a:pt x="68317" y="19214"/>
                </a:moveTo>
                <a:lnTo>
                  <a:pt x="68317" y="49924"/>
                </a:lnTo>
                <a:cubicBezTo>
                  <a:pt x="68317" y="54293"/>
                  <a:pt x="71832" y="57807"/>
                  <a:pt x="76200" y="57807"/>
                </a:cubicBezTo>
                <a:lnTo>
                  <a:pt x="106910" y="57807"/>
                </a:lnTo>
                <a:lnTo>
                  <a:pt x="68317" y="19214"/>
                </a:lnTo>
                <a:close/>
                <a:moveTo>
                  <a:pt x="39414" y="84083"/>
                </a:moveTo>
                <a:cubicBezTo>
                  <a:pt x="35045" y="84083"/>
                  <a:pt x="31531" y="87597"/>
                  <a:pt x="31531" y="91966"/>
                </a:cubicBezTo>
                <a:cubicBezTo>
                  <a:pt x="31531" y="96334"/>
                  <a:pt x="35045" y="99848"/>
                  <a:pt x="39414" y="99848"/>
                </a:cubicBezTo>
                <a:lnTo>
                  <a:pt x="86710" y="99848"/>
                </a:lnTo>
                <a:cubicBezTo>
                  <a:pt x="91079" y="99848"/>
                  <a:pt x="94593" y="96334"/>
                  <a:pt x="94593" y="91966"/>
                </a:cubicBezTo>
                <a:cubicBezTo>
                  <a:pt x="94593" y="87597"/>
                  <a:pt x="91079" y="84083"/>
                  <a:pt x="86710" y="84083"/>
                </a:cubicBezTo>
                <a:lnTo>
                  <a:pt x="39414" y="84083"/>
                </a:lnTo>
                <a:close/>
                <a:moveTo>
                  <a:pt x="39414" y="115614"/>
                </a:moveTo>
                <a:cubicBezTo>
                  <a:pt x="35045" y="115614"/>
                  <a:pt x="31531" y="119128"/>
                  <a:pt x="31531" y="123497"/>
                </a:cubicBezTo>
                <a:cubicBezTo>
                  <a:pt x="31531" y="127865"/>
                  <a:pt x="35045" y="131379"/>
                  <a:pt x="39414" y="131379"/>
                </a:cubicBezTo>
                <a:lnTo>
                  <a:pt x="86710" y="131379"/>
                </a:lnTo>
                <a:cubicBezTo>
                  <a:pt x="91079" y="131379"/>
                  <a:pt x="94593" y="127865"/>
                  <a:pt x="94593" y="123497"/>
                </a:cubicBezTo>
                <a:cubicBezTo>
                  <a:pt x="94593" y="119128"/>
                  <a:pt x="91079" y="115614"/>
                  <a:pt x="86710" y="115614"/>
                </a:cubicBezTo>
                <a:lnTo>
                  <a:pt x="39414" y="115614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2624469" y="6252199"/>
            <a:ext cx="721350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4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Dokumen ini disusun sebagai panduan pengembangan sistem informasi pengawalan suara pemilu</a:t>
            </a:r>
            <a:endParaRPr lang="en-US" sz="16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D647A0-5570-4BDB-B89C-8B76A92B4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099" y="196379"/>
            <a:ext cx="1188633" cy="116141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7203DB99-C40D-486D-B616-C26E89DD46AE}"/>
              </a:ext>
            </a:extLst>
          </p:cNvPr>
          <p:cNvGrpSpPr/>
          <p:nvPr/>
        </p:nvGrpSpPr>
        <p:grpSpPr>
          <a:xfrm>
            <a:off x="2316004" y="2831108"/>
            <a:ext cx="7558534" cy="3143250"/>
            <a:chOff x="381000" y="1638300"/>
            <a:chExt cx="7558534" cy="3143250"/>
          </a:xfrm>
        </p:grpSpPr>
        <p:sp>
          <p:nvSpPr>
            <p:cNvPr id="25" name="Shape 3">
              <a:extLst>
                <a:ext uri="{FF2B5EF4-FFF2-40B4-BE49-F238E27FC236}">
                  <a16:creationId xmlns:a16="http://schemas.microsoft.com/office/drawing/2014/main" id="{DE32B24A-E756-441B-A8CC-36D16A45E44C}"/>
                </a:ext>
              </a:extLst>
            </p:cNvPr>
            <p:cNvSpPr/>
            <p:nvPr/>
          </p:nvSpPr>
          <p:spPr>
            <a:xfrm>
              <a:off x="381000" y="1638300"/>
              <a:ext cx="2419350" cy="3143250"/>
            </a:xfrm>
            <a:custGeom>
              <a:avLst/>
              <a:gdLst/>
              <a:ahLst/>
              <a:cxnLst/>
              <a:rect l="l" t="t" r="r" b="b"/>
              <a:pathLst>
                <a:path w="2419350" h="3143250">
                  <a:moveTo>
                    <a:pt x="114290" y="0"/>
                  </a:moveTo>
                  <a:lnTo>
                    <a:pt x="2305060" y="0"/>
                  </a:lnTo>
                  <a:cubicBezTo>
                    <a:pt x="2368181" y="0"/>
                    <a:pt x="2419350" y="51169"/>
                    <a:pt x="2419350" y="114290"/>
                  </a:cubicBezTo>
                  <a:lnTo>
                    <a:pt x="2419350" y="3028960"/>
                  </a:lnTo>
                  <a:cubicBezTo>
                    <a:pt x="2419350" y="3092081"/>
                    <a:pt x="2368181" y="3143250"/>
                    <a:pt x="2305060" y="3143250"/>
                  </a:cubicBezTo>
                  <a:lnTo>
                    <a:pt x="114290" y="3143250"/>
                  </a:lnTo>
                  <a:cubicBezTo>
                    <a:pt x="51169" y="3143250"/>
                    <a:pt x="0" y="3092081"/>
                    <a:pt x="0" y="3028960"/>
                  </a:cubicBezTo>
                  <a:lnTo>
                    <a:pt x="0" y="114290"/>
                  </a:lnTo>
                  <a:cubicBezTo>
                    <a:pt x="0" y="51212"/>
                    <a:pt x="51212" y="0"/>
                    <a:pt x="114290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/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7495E306-FB32-4677-82A5-CD520096D3A5}"/>
                </a:ext>
              </a:extLst>
            </p:cNvPr>
            <p:cNvSpPr/>
            <p:nvPr/>
          </p:nvSpPr>
          <p:spPr>
            <a:xfrm>
              <a:off x="571500" y="1828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28600" y="0"/>
                  </a:lnTo>
                  <a:cubicBezTo>
                    <a:pt x="354768" y="0"/>
                    <a:pt x="457200" y="102432"/>
                    <a:pt x="457200" y="228600"/>
                  </a:cubicBezTo>
                  <a:lnTo>
                    <a:pt x="457200" y="228600"/>
                  </a:lnTo>
                  <a:cubicBezTo>
                    <a:pt x="457200" y="354768"/>
                    <a:pt x="354768" y="457200"/>
                    <a:pt x="228600" y="457200"/>
                  </a:cubicBezTo>
                  <a:lnTo>
                    <a:pt x="228600" y="457200"/>
                  </a:lnTo>
                  <a:cubicBezTo>
                    <a:pt x="102432" y="457200"/>
                    <a:pt x="0" y="354768"/>
                    <a:pt x="0" y="228600"/>
                  </a:cubicBezTo>
                  <a:lnTo>
                    <a:pt x="0" y="228600"/>
                  </a:lnTo>
                  <a:cubicBezTo>
                    <a:pt x="0" y="102432"/>
                    <a:pt x="102432" y="0"/>
                    <a:pt x="22860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/>
          </p:spPr>
        </p:sp>
        <p:sp>
          <p:nvSpPr>
            <p:cNvPr id="27" name="Shape 5">
              <a:extLst>
                <a:ext uri="{FF2B5EF4-FFF2-40B4-BE49-F238E27FC236}">
                  <a16:creationId xmlns:a16="http://schemas.microsoft.com/office/drawing/2014/main" id="{52551F01-2125-4FCD-8FDE-B8E8E84DE5BE}"/>
                </a:ext>
              </a:extLst>
            </p:cNvPr>
            <p:cNvSpPr/>
            <p:nvPr/>
          </p:nvSpPr>
          <p:spPr>
            <a:xfrm>
              <a:off x="692944" y="1962150"/>
              <a:ext cx="214313" cy="190500"/>
            </a:xfrm>
            <a:custGeom>
              <a:avLst/>
              <a:gdLst/>
              <a:ahLst/>
              <a:cxnLst/>
              <a:rect l="l" t="t" r="r" b="b"/>
              <a:pathLst>
                <a:path w="214313" h="190500">
                  <a:moveTo>
                    <a:pt x="23812" y="23812"/>
                  </a:moveTo>
                  <a:cubicBezTo>
                    <a:pt x="10678" y="23812"/>
                    <a:pt x="0" y="34491"/>
                    <a:pt x="0" y="47625"/>
                  </a:cubicBezTo>
                  <a:lnTo>
                    <a:pt x="0" y="142875"/>
                  </a:lnTo>
                  <a:cubicBezTo>
                    <a:pt x="0" y="156009"/>
                    <a:pt x="10678" y="166688"/>
                    <a:pt x="23812" y="166688"/>
                  </a:cubicBezTo>
                  <a:lnTo>
                    <a:pt x="190500" y="166688"/>
                  </a:lnTo>
                  <a:cubicBezTo>
                    <a:pt x="203634" y="166688"/>
                    <a:pt x="214313" y="156009"/>
                    <a:pt x="214313" y="142875"/>
                  </a:cubicBezTo>
                  <a:lnTo>
                    <a:pt x="214313" y="47625"/>
                  </a:lnTo>
                  <a:cubicBezTo>
                    <a:pt x="214313" y="34491"/>
                    <a:pt x="203634" y="23812"/>
                    <a:pt x="190500" y="23812"/>
                  </a:cubicBezTo>
                  <a:lnTo>
                    <a:pt x="23812" y="23812"/>
                  </a:lnTo>
                  <a:close/>
                  <a:moveTo>
                    <a:pt x="29766" y="47625"/>
                  </a:moveTo>
                  <a:lnTo>
                    <a:pt x="41672" y="47625"/>
                  </a:lnTo>
                  <a:cubicBezTo>
                    <a:pt x="44946" y="47625"/>
                    <a:pt x="47625" y="50304"/>
                    <a:pt x="47625" y="53578"/>
                  </a:cubicBezTo>
                  <a:lnTo>
                    <a:pt x="47625" y="65484"/>
                  </a:lnTo>
                  <a:cubicBezTo>
                    <a:pt x="47625" y="68759"/>
                    <a:pt x="44946" y="71438"/>
                    <a:pt x="41672" y="71438"/>
                  </a:cubicBezTo>
                  <a:lnTo>
                    <a:pt x="29766" y="71438"/>
                  </a:lnTo>
                  <a:cubicBezTo>
                    <a:pt x="26491" y="71438"/>
                    <a:pt x="23812" y="68759"/>
                    <a:pt x="23812" y="65484"/>
                  </a:cubicBezTo>
                  <a:lnTo>
                    <a:pt x="23812" y="53578"/>
                  </a:lnTo>
                  <a:cubicBezTo>
                    <a:pt x="23812" y="50304"/>
                    <a:pt x="26491" y="47625"/>
                    <a:pt x="29766" y="47625"/>
                  </a:cubicBezTo>
                  <a:close/>
                  <a:moveTo>
                    <a:pt x="23812" y="89297"/>
                  </a:moveTo>
                  <a:cubicBezTo>
                    <a:pt x="23812" y="86023"/>
                    <a:pt x="26491" y="83344"/>
                    <a:pt x="29766" y="83344"/>
                  </a:cubicBezTo>
                  <a:lnTo>
                    <a:pt x="41672" y="83344"/>
                  </a:lnTo>
                  <a:cubicBezTo>
                    <a:pt x="44946" y="83344"/>
                    <a:pt x="47625" y="86023"/>
                    <a:pt x="47625" y="89297"/>
                  </a:cubicBezTo>
                  <a:lnTo>
                    <a:pt x="47625" y="101203"/>
                  </a:lnTo>
                  <a:cubicBezTo>
                    <a:pt x="47625" y="104477"/>
                    <a:pt x="44946" y="107156"/>
                    <a:pt x="41672" y="107156"/>
                  </a:cubicBezTo>
                  <a:lnTo>
                    <a:pt x="29766" y="107156"/>
                  </a:lnTo>
                  <a:cubicBezTo>
                    <a:pt x="26491" y="107156"/>
                    <a:pt x="23812" y="104477"/>
                    <a:pt x="23812" y="101203"/>
                  </a:cubicBezTo>
                  <a:lnTo>
                    <a:pt x="23812" y="89297"/>
                  </a:lnTo>
                  <a:close/>
                  <a:moveTo>
                    <a:pt x="65484" y="47625"/>
                  </a:moveTo>
                  <a:lnTo>
                    <a:pt x="77391" y="47625"/>
                  </a:lnTo>
                  <a:cubicBezTo>
                    <a:pt x="80665" y="47625"/>
                    <a:pt x="83344" y="50304"/>
                    <a:pt x="83344" y="53578"/>
                  </a:cubicBezTo>
                  <a:lnTo>
                    <a:pt x="83344" y="65484"/>
                  </a:lnTo>
                  <a:cubicBezTo>
                    <a:pt x="83344" y="68759"/>
                    <a:pt x="80665" y="71438"/>
                    <a:pt x="77391" y="71438"/>
                  </a:cubicBezTo>
                  <a:lnTo>
                    <a:pt x="65484" y="71438"/>
                  </a:lnTo>
                  <a:cubicBezTo>
                    <a:pt x="62210" y="71438"/>
                    <a:pt x="59531" y="68759"/>
                    <a:pt x="59531" y="65484"/>
                  </a:cubicBezTo>
                  <a:lnTo>
                    <a:pt x="59531" y="53578"/>
                  </a:lnTo>
                  <a:cubicBezTo>
                    <a:pt x="59531" y="50304"/>
                    <a:pt x="62210" y="47625"/>
                    <a:pt x="65484" y="47625"/>
                  </a:cubicBezTo>
                  <a:close/>
                  <a:moveTo>
                    <a:pt x="59531" y="89297"/>
                  </a:moveTo>
                  <a:cubicBezTo>
                    <a:pt x="59531" y="86023"/>
                    <a:pt x="62210" y="83344"/>
                    <a:pt x="65484" y="83344"/>
                  </a:cubicBezTo>
                  <a:lnTo>
                    <a:pt x="77391" y="83344"/>
                  </a:lnTo>
                  <a:cubicBezTo>
                    <a:pt x="80665" y="83344"/>
                    <a:pt x="83344" y="86023"/>
                    <a:pt x="83344" y="89297"/>
                  </a:cubicBezTo>
                  <a:lnTo>
                    <a:pt x="83344" y="101203"/>
                  </a:lnTo>
                  <a:cubicBezTo>
                    <a:pt x="83344" y="104477"/>
                    <a:pt x="80665" y="107156"/>
                    <a:pt x="77391" y="107156"/>
                  </a:cubicBezTo>
                  <a:lnTo>
                    <a:pt x="65484" y="107156"/>
                  </a:lnTo>
                  <a:cubicBezTo>
                    <a:pt x="62210" y="107156"/>
                    <a:pt x="59531" y="104477"/>
                    <a:pt x="59531" y="101203"/>
                  </a:cubicBezTo>
                  <a:lnTo>
                    <a:pt x="59531" y="89297"/>
                  </a:lnTo>
                  <a:close/>
                  <a:moveTo>
                    <a:pt x="65484" y="119063"/>
                  </a:moveTo>
                  <a:lnTo>
                    <a:pt x="148828" y="119063"/>
                  </a:lnTo>
                  <a:cubicBezTo>
                    <a:pt x="152102" y="119063"/>
                    <a:pt x="154781" y="121741"/>
                    <a:pt x="154781" y="125016"/>
                  </a:cubicBezTo>
                  <a:lnTo>
                    <a:pt x="154781" y="136922"/>
                  </a:lnTo>
                  <a:cubicBezTo>
                    <a:pt x="154781" y="140196"/>
                    <a:pt x="152102" y="142875"/>
                    <a:pt x="148828" y="142875"/>
                  </a:cubicBezTo>
                  <a:lnTo>
                    <a:pt x="65484" y="142875"/>
                  </a:lnTo>
                  <a:cubicBezTo>
                    <a:pt x="62210" y="142875"/>
                    <a:pt x="59531" y="140196"/>
                    <a:pt x="59531" y="136922"/>
                  </a:cubicBezTo>
                  <a:lnTo>
                    <a:pt x="59531" y="125016"/>
                  </a:lnTo>
                  <a:cubicBezTo>
                    <a:pt x="59531" y="121741"/>
                    <a:pt x="62210" y="119063"/>
                    <a:pt x="65484" y="119063"/>
                  </a:cubicBezTo>
                  <a:close/>
                  <a:moveTo>
                    <a:pt x="95250" y="53578"/>
                  </a:moveTo>
                  <a:cubicBezTo>
                    <a:pt x="95250" y="50304"/>
                    <a:pt x="97929" y="47625"/>
                    <a:pt x="101203" y="47625"/>
                  </a:cubicBezTo>
                  <a:lnTo>
                    <a:pt x="113109" y="47625"/>
                  </a:lnTo>
                  <a:cubicBezTo>
                    <a:pt x="116384" y="47625"/>
                    <a:pt x="119063" y="50304"/>
                    <a:pt x="119063" y="53578"/>
                  </a:cubicBezTo>
                  <a:lnTo>
                    <a:pt x="119063" y="65484"/>
                  </a:lnTo>
                  <a:cubicBezTo>
                    <a:pt x="119063" y="68759"/>
                    <a:pt x="116384" y="71438"/>
                    <a:pt x="113109" y="71438"/>
                  </a:cubicBezTo>
                  <a:lnTo>
                    <a:pt x="101203" y="71438"/>
                  </a:lnTo>
                  <a:cubicBezTo>
                    <a:pt x="97929" y="71438"/>
                    <a:pt x="95250" y="68759"/>
                    <a:pt x="95250" y="65484"/>
                  </a:cubicBezTo>
                  <a:lnTo>
                    <a:pt x="95250" y="53578"/>
                  </a:lnTo>
                  <a:close/>
                  <a:moveTo>
                    <a:pt x="101203" y="83344"/>
                  </a:moveTo>
                  <a:lnTo>
                    <a:pt x="113109" y="83344"/>
                  </a:lnTo>
                  <a:cubicBezTo>
                    <a:pt x="116384" y="83344"/>
                    <a:pt x="119063" y="86023"/>
                    <a:pt x="119063" y="89297"/>
                  </a:cubicBezTo>
                  <a:lnTo>
                    <a:pt x="119063" y="101203"/>
                  </a:lnTo>
                  <a:cubicBezTo>
                    <a:pt x="119063" y="104477"/>
                    <a:pt x="116384" y="107156"/>
                    <a:pt x="113109" y="107156"/>
                  </a:cubicBezTo>
                  <a:lnTo>
                    <a:pt x="101203" y="107156"/>
                  </a:lnTo>
                  <a:cubicBezTo>
                    <a:pt x="97929" y="107156"/>
                    <a:pt x="95250" y="104477"/>
                    <a:pt x="95250" y="101203"/>
                  </a:cubicBezTo>
                  <a:lnTo>
                    <a:pt x="95250" y="89297"/>
                  </a:lnTo>
                  <a:cubicBezTo>
                    <a:pt x="95250" y="86023"/>
                    <a:pt x="97929" y="83344"/>
                    <a:pt x="101203" y="83344"/>
                  </a:cubicBezTo>
                  <a:close/>
                  <a:moveTo>
                    <a:pt x="130969" y="53578"/>
                  </a:moveTo>
                  <a:cubicBezTo>
                    <a:pt x="130969" y="50304"/>
                    <a:pt x="133648" y="47625"/>
                    <a:pt x="136922" y="47625"/>
                  </a:cubicBezTo>
                  <a:lnTo>
                    <a:pt x="148828" y="47625"/>
                  </a:lnTo>
                  <a:cubicBezTo>
                    <a:pt x="152102" y="47625"/>
                    <a:pt x="154781" y="50304"/>
                    <a:pt x="154781" y="53578"/>
                  </a:cubicBezTo>
                  <a:lnTo>
                    <a:pt x="154781" y="65484"/>
                  </a:lnTo>
                  <a:cubicBezTo>
                    <a:pt x="154781" y="68759"/>
                    <a:pt x="152102" y="71438"/>
                    <a:pt x="148828" y="71438"/>
                  </a:cubicBezTo>
                  <a:lnTo>
                    <a:pt x="136922" y="71438"/>
                  </a:lnTo>
                  <a:cubicBezTo>
                    <a:pt x="133648" y="71438"/>
                    <a:pt x="130969" y="68759"/>
                    <a:pt x="130969" y="65484"/>
                  </a:cubicBezTo>
                  <a:lnTo>
                    <a:pt x="130969" y="53578"/>
                  </a:lnTo>
                  <a:close/>
                  <a:moveTo>
                    <a:pt x="136922" y="83344"/>
                  </a:moveTo>
                  <a:lnTo>
                    <a:pt x="148828" y="83344"/>
                  </a:lnTo>
                  <a:cubicBezTo>
                    <a:pt x="152102" y="83344"/>
                    <a:pt x="154781" y="86023"/>
                    <a:pt x="154781" y="89297"/>
                  </a:cubicBezTo>
                  <a:lnTo>
                    <a:pt x="154781" y="101203"/>
                  </a:lnTo>
                  <a:cubicBezTo>
                    <a:pt x="154781" y="104477"/>
                    <a:pt x="152102" y="107156"/>
                    <a:pt x="148828" y="107156"/>
                  </a:cubicBezTo>
                  <a:lnTo>
                    <a:pt x="136922" y="107156"/>
                  </a:lnTo>
                  <a:cubicBezTo>
                    <a:pt x="133648" y="107156"/>
                    <a:pt x="130969" y="104477"/>
                    <a:pt x="130969" y="101203"/>
                  </a:cubicBezTo>
                  <a:lnTo>
                    <a:pt x="130969" y="89297"/>
                  </a:lnTo>
                  <a:cubicBezTo>
                    <a:pt x="130969" y="86023"/>
                    <a:pt x="133648" y="83344"/>
                    <a:pt x="136922" y="83344"/>
                  </a:cubicBezTo>
                  <a:close/>
                  <a:moveTo>
                    <a:pt x="166688" y="53578"/>
                  </a:moveTo>
                  <a:cubicBezTo>
                    <a:pt x="166688" y="50304"/>
                    <a:pt x="169366" y="47625"/>
                    <a:pt x="172641" y="47625"/>
                  </a:cubicBezTo>
                  <a:lnTo>
                    <a:pt x="184547" y="47625"/>
                  </a:lnTo>
                  <a:cubicBezTo>
                    <a:pt x="187821" y="47625"/>
                    <a:pt x="190500" y="50304"/>
                    <a:pt x="190500" y="53578"/>
                  </a:cubicBezTo>
                  <a:lnTo>
                    <a:pt x="190500" y="65484"/>
                  </a:lnTo>
                  <a:cubicBezTo>
                    <a:pt x="190500" y="68759"/>
                    <a:pt x="187821" y="71438"/>
                    <a:pt x="184547" y="71438"/>
                  </a:cubicBezTo>
                  <a:lnTo>
                    <a:pt x="172641" y="71438"/>
                  </a:lnTo>
                  <a:cubicBezTo>
                    <a:pt x="169366" y="71438"/>
                    <a:pt x="166688" y="68759"/>
                    <a:pt x="166688" y="65484"/>
                  </a:cubicBezTo>
                  <a:lnTo>
                    <a:pt x="166688" y="53578"/>
                  </a:lnTo>
                  <a:close/>
                  <a:moveTo>
                    <a:pt x="172641" y="83344"/>
                  </a:moveTo>
                  <a:lnTo>
                    <a:pt x="184547" y="83344"/>
                  </a:lnTo>
                  <a:cubicBezTo>
                    <a:pt x="187821" y="83344"/>
                    <a:pt x="190500" y="86023"/>
                    <a:pt x="190500" y="89297"/>
                  </a:cubicBezTo>
                  <a:lnTo>
                    <a:pt x="190500" y="101203"/>
                  </a:lnTo>
                  <a:cubicBezTo>
                    <a:pt x="190500" y="104477"/>
                    <a:pt x="187821" y="107156"/>
                    <a:pt x="184547" y="107156"/>
                  </a:cubicBezTo>
                  <a:lnTo>
                    <a:pt x="172641" y="107156"/>
                  </a:lnTo>
                  <a:cubicBezTo>
                    <a:pt x="169366" y="107156"/>
                    <a:pt x="166688" y="104477"/>
                    <a:pt x="166688" y="101203"/>
                  </a:cubicBezTo>
                  <a:lnTo>
                    <a:pt x="166688" y="89297"/>
                  </a:lnTo>
                  <a:cubicBezTo>
                    <a:pt x="166688" y="86023"/>
                    <a:pt x="169366" y="83344"/>
                    <a:pt x="172641" y="83344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28" name="Text 6">
              <a:extLst>
                <a:ext uri="{FF2B5EF4-FFF2-40B4-BE49-F238E27FC236}">
                  <a16:creationId xmlns:a16="http://schemas.microsoft.com/office/drawing/2014/main" id="{76B9C1FD-542D-47DD-A99E-033EE1DB2B91}"/>
                </a:ext>
              </a:extLst>
            </p:cNvPr>
            <p:cNvSpPr/>
            <p:nvPr/>
          </p:nvSpPr>
          <p:spPr>
            <a:xfrm>
              <a:off x="1143000" y="1924050"/>
              <a:ext cx="112395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Oranienbaum" pitchFamily="34" charset="0"/>
                  <a:ea typeface="Oranienbaum" pitchFamily="34" charset="-122"/>
                  <a:cs typeface="Oranienbaum" pitchFamily="34" charset="-120"/>
                </a:rPr>
                <a:t>Input Manual</a:t>
              </a:r>
              <a:endParaRPr lang="en-US" sz="1600" dirty="0"/>
            </a:p>
          </p:txBody>
        </p:sp>
        <p:sp>
          <p:nvSpPr>
            <p:cNvPr id="29" name="Text 7">
              <a:extLst>
                <a:ext uri="{FF2B5EF4-FFF2-40B4-BE49-F238E27FC236}">
                  <a16:creationId xmlns:a16="http://schemas.microsoft.com/office/drawing/2014/main" id="{38F48DC1-0C14-460D-B2D8-A92978080F43}"/>
                </a:ext>
              </a:extLst>
            </p:cNvPr>
            <p:cNvSpPr/>
            <p:nvPr/>
          </p:nvSpPr>
          <p:spPr>
            <a:xfrm>
              <a:off x="571500" y="2438400"/>
              <a:ext cx="2114550" cy="1238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Setelah penghitungan selesai, saksi menginput total perolehan suara klien secara manual untuk </a:t>
              </a:r>
              <a:r>
                <a:rPr lang="en-US" sz="12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Quick Tabulation</a:t>
              </a:r>
              <a:r>
                <a:rPr lang="en-US" sz="120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.</a:t>
              </a:r>
              <a:endParaRPr lang="en-US" sz="1600" dirty="0"/>
            </a:p>
          </p:txBody>
        </p:sp>
        <p:sp>
          <p:nvSpPr>
            <p:cNvPr id="30" name="Shape 8">
              <a:extLst>
                <a:ext uri="{FF2B5EF4-FFF2-40B4-BE49-F238E27FC236}">
                  <a16:creationId xmlns:a16="http://schemas.microsoft.com/office/drawing/2014/main" id="{D15EBB96-F057-4A7F-816E-E037EC385892}"/>
                </a:ext>
              </a:extLst>
            </p:cNvPr>
            <p:cNvSpPr/>
            <p:nvPr/>
          </p:nvSpPr>
          <p:spPr>
            <a:xfrm>
              <a:off x="571500" y="3829050"/>
              <a:ext cx="2038350" cy="342900"/>
            </a:xfrm>
            <a:custGeom>
              <a:avLst/>
              <a:gdLst/>
              <a:ahLst/>
              <a:cxnLst/>
              <a:rect l="l" t="t" r="r" b="b"/>
              <a:pathLst>
                <a:path w="2038350" h="342900">
                  <a:moveTo>
                    <a:pt x="76199" y="0"/>
                  </a:moveTo>
                  <a:lnTo>
                    <a:pt x="1962151" y="0"/>
                  </a:lnTo>
                  <a:cubicBezTo>
                    <a:pt x="2004234" y="0"/>
                    <a:pt x="2038350" y="34116"/>
                    <a:pt x="2038350" y="76199"/>
                  </a:cubicBezTo>
                  <a:lnTo>
                    <a:pt x="2038350" y="266701"/>
                  </a:lnTo>
                  <a:cubicBezTo>
                    <a:pt x="2038350" y="308784"/>
                    <a:pt x="2004234" y="342900"/>
                    <a:pt x="1962151" y="342900"/>
                  </a:cubicBezTo>
                  <a:lnTo>
                    <a:pt x="76199" y="342900"/>
                  </a:lnTo>
                  <a:cubicBezTo>
                    <a:pt x="34144" y="342900"/>
                    <a:pt x="0" y="308756"/>
                    <a:pt x="0" y="2667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31" name="Text 9">
              <a:extLst>
                <a:ext uri="{FF2B5EF4-FFF2-40B4-BE49-F238E27FC236}">
                  <a16:creationId xmlns:a16="http://schemas.microsoft.com/office/drawing/2014/main" id="{45FCB4C2-3199-4489-885C-EF5B47A276D2}"/>
                </a:ext>
              </a:extLst>
            </p:cNvPr>
            <p:cNvSpPr/>
            <p:nvPr/>
          </p:nvSpPr>
          <p:spPr>
            <a:xfrm>
              <a:off x="571500" y="3829050"/>
              <a:ext cx="2105025" cy="342900"/>
            </a:xfrm>
            <a:prstGeom prst="rect">
              <a:avLst/>
            </a:prstGeom>
            <a:noFill/>
            <a:ln/>
          </p:spPr>
          <p:txBody>
            <a:bodyPr wrap="square" lIns="114300" tIns="76200" rIns="114300" bIns="7620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Data:</a:t>
              </a:r>
              <a:r>
                <a:rPr lang="en-US" sz="105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Suara klien/caleg</a:t>
              </a:r>
              <a:endParaRPr lang="en-US" sz="1600" dirty="0"/>
            </a:p>
          </p:txBody>
        </p:sp>
        <p:sp>
          <p:nvSpPr>
            <p:cNvPr id="32" name="Shape 10">
              <a:extLst>
                <a:ext uri="{FF2B5EF4-FFF2-40B4-BE49-F238E27FC236}">
                  <a16:creationId xmlns:a16="http://schemas.microsoft.com/office/drawing/2014/main" id="{999B75D2-F124-4991-8A41-42EE00147D5B}"/>
                </a:ext>
              </a:extLst>
            </p:cNvPr>
            <p:cNvSpPr/>
            <p:nvPr/>
          </p:nvSpPr>
          <p:spPr>
            <a:xfrm>
              <a:off x="571500" y="4248150"/>
              <a:ext cx="2038350" cy="342900"/>
            </a:xfrm>
            <a:custGeom>
              <a:avLst/>
              <a:gdLst/>
              <a:ahLst/>
              <a:cxnLst/>
              <a:rect l="l" t="t" r="r" b="b"/>
              <a:pathLst>
                <a:path w="2038350" h="342900">
                  <a:moveTo>
                    <a:pt x="76199" y="0"/>
                  </a:moveTo>
                  <a:lnTo>
                    <a:pt x="1962151" y="0"/>
                  </a:lnTo>
                  <a:cubicBezTo>
                    <a:pt x="2004234" y="0"/>
                    <a:pt x="2038350" y="34116"/>
                    <a:pt x="2038350" y="76199"/>
                  </a:cubicBezTo>
                  <a:lnTo>
                    <a:pt x="2038350" y="266701"/>
                  </a:lnTo>
                  <a:cubicBezTo>
                    <a:pt x="2038350" y="308784"/>
                    <a:pt x="2004234" y="342900"/>
                    <a:pt x="1962151" y="342900"/>
                  </a:cubicBezTo>
                  <a:lnTo>
                    <a:pt x="76199" y="342900"/>
                  </a:lnTo>
                  <a:cubicBezTo>
                    <a:pt x="34144" y="342900"/>
                    <a:pt x="0" y="308756"/>
                    <a:pt x="0" y="2667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33" name="Text 11">
              <a:extLst>
                <a:ext uri="{FF2B5EF4-FFF2-40B4-BE49-F238E27FC236}">
                  <a16:creationId xmlns:a16="http://schemas.microsoft.com/office/drawing/2014/main" id="{D5B52453-D2EB-4885-8226-5EC6011CF049}"/>
                </a:ext>
              </a:extLst>
            </p:cNvPr>
            <p:cNvSpPr/>
            <p:nvPr/>
          </p:nvSpPr>
          <p:spPr>
            <a:xfrm>
              <a:off x="571500" y="4248150"/>
              <a:ext cx="2105025" cy="342900"/>
            </a:xfrm>
            <a:prstGeom prst="rect">
              <a:avLst/>
            </a:prstGeom>
            <a:noFill/>
            <a:ln/>
          </p:spPr>
          <p:txBody>
            <a:bodyPr wrap="square" lIns="114300" tIns="76200" rIns="114300" bIns="7620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Tujuan:</a:t>
              </a:r>
              <a:r>
                <a:rPr lang="en-US" sz="105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Quick count cepat</a:t>
              </a:r>
              <a:endParaRPr lang="en-US" sz="1600" dirty="0"/>
            </a:p>
          </p:txBody>
        </p:sp>
        <p:sp>
          <p:nvSpPr>
            <p:cNvPr id="34" name="Shape 12">
              <a:extLst>
                <a:ext uri="{FF2B5EF4-FFF2-40B4-BE49-F238E27FC236}">
                  <a16:creationId xmlns:a16="http://schemas.microsoft.com/office/drawing/2014/main" id="{C8BDECC8-0230-4241-A799-31D660A79AB7}"/>
                </a:ext>
              </a:extLst>
            </p:cNvPr>
            <p:cNvSpPr/>
            <p:nvPr/>
          </p:nvSpPr>
          <p:spPr>
            <a:xfrm>
              <a:off x="2950518" y="1638300"/>
              <a:ext cx="2419350" cy="3143250"/>
            </a:xfrm>
            <a:custGeom>
              <a:avLst/>
              <a:gdLst/>
              <a:ahLst/>
              <a:cxnLst/>
              <a:rect l="l" t="t" r="r" b="b"/>
              <a:pathLst>
                <a:path w="2419350" h="3143250">
                  <a:moveTo>
                    <a:pt x="114290" y="0"/>
                  </a:moveTo>
                  <a:lnTo>
                    <a:pt x="2305060" y="0"/>
                  </a:lnTo>
                  <a:cubicBezTo>
                    <a:pt x="2368181" y="0"/>
                    <a:pt x="2419350" y="51169"/>
                    <a:pt x="2419350" y="114290"/>
                  </a:cubicBezTo>
                  <a:lnTo>
                    <a:pt x="2419350" y="3028960"/>
                  </a:lnTo>
                  <a:cubicBezTo>
                    <a:pt x="2419350" y="3092081"/>
                    <a:pt x="2368181" y="3143250"/>
                    <a:pt x="2305060" y="3143250"/>
                  </a:cubicBezTo>
                  <a:lnTo>
                    <a:pt x="114290" y="3143250"/>
                  </a:lnTo>
                  <a:cubicBezTo>
                    <a:pt x="51169" y="3143250"/>
                    <a:pt x="0" y="3092081"/>
                    <a:pt x="0" y="3028960"/>
                  </a:cubicBezTo>
                  <a:lnTo>
                    <a:pt x="0" y="114290"/>
                  </a:lnTo>
                  <a:cubicBezTo>
                    <a:pt x="0" y="51212"/>
                    <a:pt x="51212" y="0"/>
                    <a:pt x="114290" y="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/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35" name="Shape 13">
              <a:extLst>
                <a:ext uri="{FF2B5EF4-FFF2-40B4-BE49-F238E27FC236}">
                  <a16:creationId xmlns:a16="http://schemas.microsoft.com/office/drawing/2014/main" id="{394BCBF0-4431-40D8-BDB6-EC616D323656}"/>
                </a:ext>
              </a:extLst>
            </p:cNvPr>
            <p:cNvSpPr/>
            <p:nvPr/>
          </p:nvSpPr>
          <p:spPr>
            <a:xfrm>
              <a:off x="3141018" y="1828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28600" y="0"/>
                  </a:lnTo>
                  <a:cubicBezTo>
                    <a:pt x="354768" y="0"/>
                    <a:pt x="457200" y="102432"/>
                    <a:pt x="457200" y="228600"/>
                  </a:cubicBezTo>
                  <a:lnTo>
                    <a:pt x="457200" y="228600"/>
                  </a:lnTo>
                  <a:cubicBezTo>
                    <a:pt x="457200" y="354768"/>
                    <a:pt x="354768" y="457200"/>
                    <a:pt x="228600" y="457200"/>
                  </a:cubicBezTo>
                  <a:lnTo>
                    <a:pt x="228600" y="457200"/>
                  </a:lnTo>
                  <a:cubicBezTo>
                    <a:pt x="102432" y="457200"/>
                    <a:pt x="0" y="354768"/>
                    <a:pt x="0" y="228600"/>
                  </a:cubicBezTo>
                  <a:lnTo>
                    <a:pt x="0" y="228600"/>
                  </a:lnTo>
                  <a:cubicBezTo>
                    <a:pt x="0" y="102432"/>
                    <a:pt x="102432" y="0"/>
                    <a:pt x="22860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/>
          </p:spPr>
        </p:sp>
        <p:sp>
          <p:nvSpPr>
            <p:cNvPr id="36" name="Shape 14">
              <a:extLst>
                <a:ext uri="{FF2B5EF4-FFF2-40B4-BE49-F238E27FC236}">
                  <a16:creationId xmlns:a16="http://schemas.microsoft.com/office/drawing/2014/main" id="{499037A0-BE5C-4B03-9A8E-62A84565D230}"/>
                </a:ext>
              </a:extLst>
            </p:cNvPr>
            <p:cNvSpPr/>
            <p:nvPr/>
          </p:nvSpPr>
          <p:spPr>
            <a:xfrm>
              <a:off x="3274368" y="19621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54781"/>
                  </a:moveTo>
                  <a:lnTo>
                    <a:pt x="0" y="77391"/>
                  </a:lnTo>
                  <a:lnTo>
                    <a:pt x="50676" y="77391"/>
                  </a:lnTo>
                  <a:cubicBezTo>
                    <a:pt x="55699" y="69875"/>
                    <a:pt x="62582" y="63698"/>
                    <a:pt x="70656" y="59531"/>
                  </a:cubicBezTo>
                  <a:lnTo>
                    <a:pt x="0" y="59531"/>
                  </a:lnTo>
                  <a:lnTo>
                    <a:pt x="0" y="46769"/>
                  </a:lnTo>
                  <a:cubicBezTo>
                    <a:pt x="0" y="33635"/>
                    <a:pt x="10678" y="22957"/>
                    <a:pt x="23812" y="22957"/>
                  </a:cubicBezTo>
                  <a:lnTo>
                    <a:pt x="23850" y="22957"/>
                  </a:lnTo>
                  <a:cubicBezTo>
                    <a:pt x="24296" y="16780"/>
                    <a:pt x="29431" y="11906"/>
                    <a:pt x="35719" y="11906"/>
                  </a:cubicBezTo>
                  <a:lnTo>
                    <a:pt x="47625" y="11906"/>
                  </a:lnTo>
                  <a:cubicBezTo>
                    <a:pt x="53913" y="11906"/>
                    <a:pt x="59048" y="16780"/>
                    <a:pt x="59494" y="22957"/>
                  </a:cubicBezTo>
                  <a:lnTo>
                    <a:pt x="71438" y="22957"/>
                  </a:lnTo>
                  <a:lnTo>
                    <a:pt x="90488" y="14101"/>
                  </a:lnTo>
                  <a:cubicBezTo>
                    <a:pt x="93613" y="12650"/>
                    <a:pt x="97036" y="11869"/>
                    <a:pt x="100496" y="11869"/>
                  </a:cubicBezTo>
                  <a:lnTo>
                    <a:pt x="166688" y="11906"/>
                  </a:lnTo>
                  <a:cubicBezTo>
                    <a:pt x="179822" y="11906"/>
                    <a:pt x="190500" y="22585"/>
                    <a:pt x="190500" y="35719"/>
                  </a:cubicBezTo>
                  <a:lnTo>
                    <a:pt x="190500" y="59531"/>
                  </a:lnTo>
                  <a:lnTo>
                    <a:pt x="119807" y="59531"/>
                  </a:lnTo>
                  <a:cubicBezTo>
                    <a:pt x="127881" y="63698"/>
                    <a:pt x="134764" y="69875"/>
                    <a:pt x="139787" y="77391"/>
                  </a:cubicBezTo>
                  <a:lnTo>
                    <a:pt x="190463" y="77391"/>
                  </a:lnTo>
                  <a:lnTo>
                    <a:pt x="190463" y="154781"/>
                  </a:lnTo>
                  <a:cubicBezTo>
                    <a:pt x="190463" y="167915"/>
                    <a:pt x="179784" y="178594"/>
                    <a:pt x="166650" y="178594"/>
                  </a:cubicBezTo>
                  <a:lnTo>
                    <a:pt x="23812" y="178594"/>
                  </a:lnTo>
                  <a:cubicBezTo>
                    <a:pt x="10678" y="178594"/>
                    <a:pt x="0" y="167915"/>
                    <a:pt x="0" y="154781"/>
                  </a:cubicBezTo>
                  <a:close/>
                  <a:moveTo>
                    <a:pt x="95250" y="71438"/>
                  </a:moveTo>
                  <a:cubicBezTo>
                    <a:pt x="82207" y="71017"/>
                    <a:pt x="69971" y="77735"/>
                    <a:pt x="63325" y="88965"/>
                  </a:cubicBezTo>
                  <a:cubicBezTo>
                    <a:pt x="56679" y="100195"/>
                    <a:pt x="56679" y="114154"/>
                    <a:pt x="63325" y="125385"/>
                  </a:cubicBezTo>
                  <a:cubicBezTo>
                    <a:pt x="69971" y="136615"/>
                    <a:pt x="82207" y="143333"/>
                    <a:pt x="95250" y="142912"/>
                  </a:cubicBezTo>
                  <a:cubicBezTo>
                    <a:pt x="108293" y="143333"/>
                    <a:pt x="120529" y="136615"/>
                    <a:pt x="127175" y="125385"/>
                  </a:cubicBezTo>
                  <a:cubicBezTo>
                    <a:pt x="133821" y="114154"/>
                    <a:pt x="133821" y="100195"/>
                    <a:pt x="127175" y="88965"/>
                  </a:cubicBezTo>
                  <a:cubicBezTo>
                    <a:pt x="120529" y="77735"/>
                    <a:pt x="108293" y="71017"/>
                    <a:pt x="95250" y="71438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37" name="Text 15">
              <a:extLst>
                <a:ext uri="{FF2B5EF4-FFF2-40B4-BE49-F238E27FC236}">
                  <a16:creationId xmlns:a16="http://schemas.microsoft.com/office/drawing/2014/main" id="{57428A1A-2957-4877-A707-D9223991C761}"/>
                </a:ext>
              </a:extLst>
            </p:cNvPr>
            <p:cNvSpPr/>
            <p:nvPr/>
          </p:nvSpPr>
          <p:spPr>
            <a:xfrm>
              <a:off x="3712518" y="1924050"/>
              <a:ext cx="1066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Oranienbaum" pitchFamily="34" charset="0"/>
                  <a:ea typeface="Oranienbaum" pitchFamily="34" charset="-122"/>
                  <a:cs typeface="Oranienbaum" pitchFamily="34" charset="-120"/>
                </a:rPr>
                <a:t>Upload Bukti</a:t>
              </a:r>
              <a:endParaRPr lang="en-US" sz="1600" dirty="0"/>
            </a:p>
          </p:txBody>
        </p:sp>
        <p:sp>
          <p:nvSpPr>
            <p:cNvPr id="38" name="Text 16">
              <a:extLst>
                <a:ext uri="{FF2B5EF4-FFF2-40B4-BE49-F238E27FC236}">
                  <a16:creationId xmlns:a16="http://schemas.microsoft.com/office/drawing/2014/main" id="{E6CD4AEA-99A3-497A-95FA-BBE3AF9CD959}"/>
                </a:ext>
              </a:extLst>
            </p:cNvPr>
            <p:cNvSpPr/>
            <p:nvPr/>
          </p:nvSpPr>
          <p:spPr>
            <a:xfrm>
              <a:off x="3141018" y="2209800"/>
              <a:ext cx="2114550" cy="1466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Saksi mengupload dua jenis foto sebagai bukti validitas proses penghitungan.</a:t>
              </a:r>
              <a:endParaRPr lang="en-US" sz="1600" dirty="0"/>
            </a:p>
          </p:txBody>
        </p:sp>
        <p:sp>
          <p:nvSpPr>
            <p:cNvPr id="39" name="Shape 17">
              <a:extLst>
                <a:ext uri="{FF2B5EF4-FFF2-40B4-BE49-F238E27FC236}">
                  <a16:creationId xmlns:a16="http://schemas.microsoft.com/office/drawing/2014/main" id="{528203C3-AF63-464B-BB27-7674AA4E529F}"/>
                </a:ext>
              </a:extLst>
            </p:cNvPr>
            <p:cNvSpPr/>
            <p:nvPr/>
          </p:nvSpPr>
          <p:spPr>
            <a:xfrm>
              <a:off x="3141018" y="3829050"/>
              <a:ext cx="2038350" cy="342900"/>
            </a:xfrm>
            <a:custGeom>
              <a:avLst/>
              <a:gdLst/>
              <a:ahLst/>
              <a:cxnLst/>
              <a:rect l="l" t="t" r="r" b="b"/>
              <a:pathLst>
                <a:path w="2038350" h="342900">
                  <a:moveTo>
                    <a:pt x="76199" y="0"/>
                  </a:moveTo>
                  <a:lnTo>
                    <a:pt x="1962151" y="0"/>
                  </a:lnTo>
                  <a:cubicBezTo>
                    <a:pt x="2004234" y="0"/>
                    <a:pt x="2038350" y="34116"/>
                    <a:pt x="2038350" y="76199"/>
                  </a:cubicBezTo>
                  <a:lnTo>
                    <a:pt x="2038350" y="266701"/>
                  </a:lnTo>
                  <a:cubicBezTo>
                    <a:pt x="2038350" y="308784"/>
                    <a:pt x="2004234" y="342900"/>
                    <a:pt x="1962151" y="342900"/>
                  </a:cubicBezTo>
                  <a:lnTo>
                    <a:pt x="76199" y="342900"/>
                  </a:lnTo>
                  <a:cubicBezTo>
                    <a:pt x="34144" y="342900"/>
                    <a:pt x="0" y="308756"/>
                    <a:pt x="0" y="2667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40" name="Text 18">
              <a:extLst>
                <a:ext uri="{FF2B5EF4-FFF2-40B4-BE49-F238E27FC236}">
                  <a16:creationId xmlns:a16="http://schemas.microsoft.com/office/drawing/2014/main" id="{2E2D4968-6B8A-46AD-A092-5C620896F26D}"/>
                </a:ext>
              </a:extLst>
            </p:cNvPr>
            <p:cNvSpPr/>
            <p:nvPr/>
          </p:nvSpPr>
          <p:spPr>
            <a:xfrm>
              <a:off x="3141018" y="3829050"/>
              <a:ext cx="2105025" cy="342900"/>
            </a:xfrm>
            <a:prstGeom prst="rect">
              <a:avLst/>
            </a:prstGeom>
            <a:noFill/>
            <a:ln/>
          </p:spPr>
          <p:txBody>
            <a:bodyPr wrap="square" lIns="114300" tIns="76200" rIns="114300" bIns="7620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Foto 1:</a:t>
              </a:r>
              <a:r>
                <a:rPr lang="en-US" sz="105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C1 Plano</a:t>
              </a:r>
              <a:endParaRPr lang="en-US" sz="1600" dirty="0"/>
            </a:p>
          </p:txBody>
        </p:sp>
        <p:sp>
          <p:nvSpPr>
            <p:cNvPr id="41" name="Shape 19">
              <a:extLst>
                <a:ext uri="{FF2B5EF4-FFF2-40B4-BE49-F238E27FC236}">
                  <a16:creationId xmlns:a16="http://schemas.microsoft.com/office/drawing/2014/main" id="{99BF0FCD-B5A8-408F-B6E9-C3ED9DFEDC42}"/>
                </a:ext>
              </a:extLst>
            </p:cNvPr>
            <p:cNvSpPr/>
            <p:nvPr/>
          </p:nvSpPr>
          <p:spPr>
            <a:xfrm>
              <a:off x="3141018" y="4248150"/>
              <a:ext cx="2038350" cy="342900"/>
            </a:xfrm>
            <a:custGeom>
              <a:avLst/>
              <a:gdLst/>
              <a:ahLst/>
              <a:cxnLst/>
              <a:rect l="l" t="t" r="r" b="b"/>
              <a:pathLst>
                <a:path w="2038350" h="342900">
                  <a:moveTo>
                    <a:pt x="76199" y="0"/>
                  </a:moveTo>
                  <a:lnTo>
                    <a:pt x="1962151" y="0"/>
                  </a:lnTo>
                  <a:cubicBezTo>
                    <a:pt x="2004234" y="0"/>
                    <a:pt x="2038350" y="34116"/>
                    <a:pt x="2038350" y="76199"/>
                  </a:cubicBezTo>
                  <a:lnTo>
                    <a:pt x="2038350" y="266701"/>
                  </a:lnTo>
                  <a:cubicBezTo>
                    <a:pt x="2038350" y="308784"/>
                    <a:pt x="2004234" y="342900"/>
                    <a:pt x="1962151" y="342900"/>
                  </a:cubicBezTo>
                  <a:lnTo>
                    <a:pt x="76199" y="342900"/>
                  </a:lnTo>
                  <a:cubicBezTo>
                    <a:pt x="34144" y="342900"/>
                    <a:pt x="0" y="308756"/>
                    <a:pt x="0" y="2667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42" name="Text 20">
              <a:extLst>
                <a:ext uri="{FF2B5EF4-FFF2-40B4-BE49-F238E27FC236}">
                  <a16:creationId xmlns:a16="http://schemas.microsoft.com/office/drawing/2014/main" id="{66AED58D-15D5-472B-BB1D-47975A46A490}"/>
                </a:ext>
              </a:extLst>
            </p:cNvPr>
            <p:cNvSpPr/>
            <p:nvPr/>
          </p:nvSpPr>
          <p:spPr>
            <a:xfrm>
              <a:off x="3141018" y="4248150"/>
              <a:ext cx="2105025" cy="342900"/>
            </a:xfrm>
            <a:prstGeom prst="rect">
              <a:avLst/>
            </a:prstGeom>
            <a:noFill/>
            <a:ln/>
          </p:spPr>
          <p:txBody>
            <a:bodyPr wrap="square" lIns="114300" tIns="76200" rIns="114300" bIns="7620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Foto 2:</a:t>
              </a:r>
              <a:r>
                <a:rPr lang="en-US" sz="105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Selfie Terakhir</a:t>
              </a:r>
              <a:endParaRPr lang="en-US" sz="1600" dirty="0"/>
            </a:p>
          </p:txBody>
        </p:sp>
        <p:sp>
          <p:nvSpPr>
            <p:cNvPr id="43" name="Shape 21">
              <a:extLst>
                <a:ext uri="{FF2B5EF4-FFF2-40B4-BE49-F238E27FC236}">
                  <a16:creationId xmlns:a16="http://schemas.microsoft.com/office/drawing/2014/main" id="{CEFE8FDF-473D-4EB8-9372-8BC00A543E9D}"/>
                </a:ext>
              </a:extLst>
            </p:cNvPr>
            <p:cNvSpPr/>
            <p:nvPr/>
          </p:nvSpPr>
          <p:spPr>
            <a:xfrm>
              <a:off x="5520184" y="1638300"/>
              <a:ext cx="2419350" cy="3143250"/>
            </a:xfrm>
            <a:custGeom>
              <a:avLst/>
              <a:gdLst/>
              <a:ahLst/>
              <a:cxnLst/>
              <a:rect l="l" t="t" r="r" b="b"/>
              <a:pathLst>
                <a:path w="2419350" h="3143250">
                  <a:moveTo>
                    <a:pt x="114290" y="0"/>
                  </a:moveTo>
                  <a:lnTo>
                    <a:pt x="2305060" y="0"/>
                  </a:lnTo>
                  <a:cubicBezTo>
                    <a:pt x="2368181" y="0"/>
                    <a:pt x="2419350" y="51169"/>
                    <a:pt x="2419350" y="114290"/>
                  </a:cubicBezTo>
                  <a:lnTo>
                    <a:pt x="2419350" y="3028960"/>
                  </a:lnTo>
                  <a:cubicBezTo>
                    <a:pt x="2419350" y="3092081"/>
                    <a:pt x="2368181" y="3143250"/>
                    <a:pt x="2305060" y="3143250"/>
                  </a:cubicBezTo>
                  <a:lnTo>
                    <a:pt x="114290" y="3143250"/>
                  </a:lnTo>
                  <a:cubicBezTo>
                    <a:pt x="51169" y="3143250"/>
                    <a:pt x="0" y="3092081"/>
                    <a:pt x="0" y="3028960"/>
                  </a:cubicBezTo>
                  <a:lnTo>
                    <a:pt x="0" y="114290"/>
                  </a:lnTo>
                  <a:cubicBezTo>
                    <a:pt x="0" y="51212"/>
                    <a:pt x="51212" y="0"/>
                    <a:pt x="114290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/>
          </p:spPr>
        </p:sp>
        <p:sp>
          <p:nvSpPr>
            <p:cNvPr id="44" name="Shape 22">
              <a:extLst>
                <a:ext uri="{FF2B5EF4-FFF2-40B4-BE49-F238E27FC236}">
                  <a16:creationId xmlns:a16="http://schemas.microsoft.com/office/drawing/2014/main" id="{D858000C-320B-4167-93AA-1A558FEAAFB8}"/>
                </a:ext>
              </a:extLst>
            </p:cNvPr>
            <p:cNvSpPr/>
            <p:nvPr/>
          </p:nvSpPr>
          <p:spPr>
            <a:xfrm>
              <a:off x="5710684" y="1828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28600" y="0"/>
                  </a:lnTo>
                  <a:cubicBezTo>
                    <a:pt x="354768" y="0"/>
                    <a:pt x="457200" y="102432"/>
                    <a:pt x="457200" y="228600"/>
                  </a:cubicBezTo>
                  <a:lnTo>
                    <a:pt x="457200" y="228600"/>
                  </a:lnTo>
                  <a:cubicBezTo>
                    <a:pt x="457200" y="354768"/>
                    <a:pt x="354768" y="457200"/>
                    <a:pt x="228600" y="457200"/>
                  </a:cubicBezTo>
                  <a:lnTo>
                    <a:pt x="228600" y="457200"/>
                  </a:lnTo>
                  <a:cubicBezTo>
                    <a:pt x="102432" y="457200"/>
                    <a:pt x="0" y="354768"/>
                    <a:pt x="0" y="228600"/>
                  </a:cubicBezTo>
                  <a:lnTo>
                    <a:pt x="0" y="228600"/>
                  </a:lnTo>
                  <a:cubicBezTo>
                    <a:pt x="0" y="102432"/>
                    <a:pt x="102432" y="0"/>
                    <a:pt x="22860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/>
          </p:spPr>
        </p:sp>
        <p:sp>
          <p:nvSpPr>
            <p:cNvPr id="45" name="Shape 23">
              <a:extLst>
                <a:ext uri="{FF2B5EF4-FFF2-40B4-BE49-F238E27FC236}">
                  <a16:creationId xmlns:a16="http://schemas.microsoft.com/office/drawing/2014/main" id="{2EEEDF27-2964-4CED-8374-FFAA143610CC}"/>
                </a:ext>
              </a:extLst>
            </p:cNvPr>
            <p:cNvSpPr/>
            <p:nvPr/>
          </p:nvSpPr>
          <p:spPr>
            <a:xfrm>
              <a:off x="5844034" y="19621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78631" y="71438"/>
                  </a:moveTo>
                  <a:lnTo>
                    <a:pt x="181570" y="71438"/>
                  </a:lnTo>
                  <a:cubicBezTo>
                    <a:pt x="186519" y="71438"/>
                    <a:pt x="190500" y="67456"/>
                    <a:pt x="190500" y="62508"/>
                  </a:cubicBezTo>
                  <a:lnTo>
                    <a:pt x="190500" y="8930"/>
                  </a:lnTo>
                  <a:cubicBezTo>
                    <a:pt x="190500" y="5321"/>
                    <a:pt x="188342" y="2046"/>
                    <a:pt x="184993" y="670"/>
                  </a:cubicBezTo>
                  <a:cubicBezTo>
                    <a:pt x="181645" y="-707"/>
                    <a:pt x="177812" y="74"/>
                    <a:pt x="175245" y="2604"/>
                  </a:cubicBezTo>
                  <a:lnTo>
                    <a:pt x="156009" y="21878"/>
                  </a:lnTo>
                  <a:cubicBezTo>
                    <a:pt x="139526" y="8223"/>
                    <a:pt x="118318" y="0"/>
                    <a:pt x="95250" y="0"/>
                  </a:cubicBezTo>
                  <a:cubicBezTo>
                    <a:pt x="47253" y="0"/>
                    <a:pt x="7553" y="35496"/>
                    <a:pt x="967" y="81669"/>
                  </a:cubicBezTo>
                  <a:cubicBezTo>
                    <a:pt x="37" y="88181"/>
                    <a:pt x="4539" y="94208"/>
                    <a:pt x="11050" y="95138"/>
                  </a:cubicBezTo>
                  <a:cubicBezTo>
                    <a:pt x="17562" y="96069"/>
                    <a:pt x="23589" y="91529"/>
                    <a:pt x="24519" y="85055"/>
                  </a:cubicBezTo>
                  <a:cubicBezTo>
                    <a:pt x="29468" y="50416"/>
                    <a:pt x="59271" y="23812"/>
                    <a:pt x="95250" y="23812"/>
                  </a:cubicBezTo>
                  <a:cubicBezTo>
                    <a:pt x="111770" y="23812"/>
                    <a:pt x="126950" y="29394"/>
                    <a:pt x="139043" y="38807"/>
                  </a:cubicBezTo>
                  <a:lnTo>
                    <a:pt x="121667" y="56183"/>
                  </a:lnTo>
                  <a:cubicBezTo>
                    <a:pt x="119100" y="58750"/>
                    <a:pt x="118356" y="62582"/>
                    <a:pt x="119732" y="65931"/>
                  </a:cubicBezTo>
                  <a:cubicBezTo>
                    <a:pt x="121109" y="69279"/>
                    <a:pt x="124383" y="71438"/>
                    <a:pt x="127992" y="71438"/>
                  </a:cubicBezTo>
                  <a:lnTo>
                    <a:pt x="178631" y="71438"/>
                  </a:lnTo>
                  <a:close/>
                  <a:moveTo>
                    <a:pt x="189570" y="108831"/>
                  </a:moveTo>
                  <a:cubicBezTo>
                    <a:pt x="190500" y="102319"/>
                    <a:pt x="185961" y="96292"/>
                    <a:pt x="179487" y="95362"/>
                  </a:cubicBezTo>
                  <a:cubicBezTo>
                    <a:pt x="173013" y="94431"/>
                    <a:pt x="166948" y="98971"/>
                    <a:pt x="166018" y="105445"/>
                  </a:cubicBezTo>
                  <a:cubicBezTo>
                    <a:pt x="161069" y="140047"/>
                    <a:pt x="131266" y="166650"/>
                    <a:pt x="95287" y="166650"/>
                  </a:cubicBezTo>
                  <a:cubicBezTo>
                    <a:pt x="78767" y="166650"/>
                    <a:pt x="63587" y="161069"/>
                    <a:pt x="51495" y="151656"/>
                  </a:cubicBezTo>
                  <a:lnTo>
                    <a:pt x="68833" y="134317"/>
                  </a:lnTo>
                  <a:cubicBezTo>
                    <a:pt x="71400" y="131750"/>
                    <a:pt x="72144" y="127918"/>
                    <a:pt x="70768" y="124569"/>
                  </a:cubicBezTo>
                  <a:cubicBezTo>
                    <a:pt x="69391" y="121221"/>
                    <a:pt x="66117" y="119063"/>
                    <a:pt x="62508" y="119063"/>
                  </a:cubicBezTo>
                  <a:lnTo>
                    <a:pt x="8930" y="119063"/>
                  </a:lnTo>
                  <a:cubicBezTo>
                    <a:pt x="3981" y="119063"/>
                    <a:pt x="0" y="123044"/>
                    <a:pt x="0" y="127992"/>
                  </a:cubicBezTo>
                  <a:lnTo>
                    <a:pt x="0" y="181570"/>
                  </a:lnTo>
                  <a:cubicBezTo>
                    <a:pt x="0" y="185179"/>
                    <a:pt x="2158" y="188454"/>
                    <a:pt x="5507" y="189830"/>
                  </a:cubicBezTo>
                  <a:cubicBezTo>
                    <a:pt x="8855" y="191207"/>
                    <a:pt x="12688" y="190426"/>
                    <a:pt x="15255" y="187896"/>
                  </a:cubicBezTo>
                  <a:lnTo>
                    <a:pt x="34528" y="168622"/>
                  </a:lnTo>
                  <a:cubicBezTo>
                    <a:pt x="50974" y="182277"/>
                    <a:pt x="72182" y="190500"/>
                    <a:pt x="95250" y="190500"/>
                  </a:cubicBezTo>
                  <a:cubicBezTo>
                    <a:pt x="143247" y="190500"/>
                    <a:pt x="182947" y="155004"/>
                    <a:pt x="189533" y="108831"/>
                  </a:cubicBez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46" name="Text 24">
              <a:extLst>
                <a:ext uri="{FF2B5EF4-FFF2-40B4-BE49-F238E27FC236}">
                  <a16:creationId xmlns:a16="http://schemas.microsoft.com/office/drawing/2014/main" id="{3273783C-152B-4211-BB0E-154CB1C1388C}"/>
                </a:ext>
              </a:extLst>
            </p:cNvPr>
            <p:cNvSpPr/>
            <p:nvPr/>
          </p:nvSpPr>
          <p:spPr>
            <a:xfrm>
              <a:off x="6282184" y="1924050"/>
              <a:ext cx="101917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Oranienbaum" pitchFamily="34" charset="0"/>
                  <a:ea typeface="Oranienbaum" pitchFamily="34" charset="-122"/>
                  <a:cs typeface="Oranienbaum" pitchFamily="34" charset="-120"/>
                </a:rPr>
                <a:t>Sinkronisasi</a:t>
              </a:r>
              <a:endParaRPr lang="en-US" sz="1600" dirty="0"/>
            </a:p>
          </p:txBody>
        </p:sp>
        <p:sp>
          <p:nvSpPr>
            <p:cNvPr id="47" name="Text 25">
              <a:extLst>
                <a:ext uri="{FF2B5EF4-FFF2-40B4-BE49-F238E27FC236}">
                  <a16:creationId xmlns:a16="http://schemas.microsoft.com/office/drawing/2014/main" id="{2554B2C1-E9DC-4DA6-BB3F-1A79DE540D1D}"/>
                </a:ext>
              </a:extLst>
            </p:cNvPr>
            <p:cNvSpPr/>
            <p:nvPr/>
          </p:nvSpPr>
          <p:spPr>
            <a:xfrm>
              <a:off x="5710684" y="2438400"/>
              <a:ext cx="2114550" cy="1238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Data masuk ke </a:t>
              </a:r>
              <a:r>
                <a:rPr lang="en-US" sz="120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Dashboard Pusat</a:t>
              </a:r>
              <a:r>
                <a:rPr lang="en-US" sz="120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untuk divalidasi oleh tim verifikator data nasional/daerah.</a:t>
              </a:r>
              <a:endParaRPr lang="en-US" sz="1600" dirty="0"/>
            </a:p>
          </p:txBody>
        </p:sp>
        <p:sp>
          <p:nvSpPr>
            <p:cNvPr id="48" name="Shape 26">
              <a:extLst>
                <a:ext uri="{FF2B5EF4-FFF2-40B4-BE49-F238E27FC236}">
                  <a16:creationId xmlns:a16="http://schemas.microsoft.com/office/drawing/2014/main" id="{AC8ECAB5-9C4B-4974-A841-71FA0848FB8C}"/>
                </a:ext>
              </a:extLst>
            </p:cNvPr>
            <p:cNvSpPr/>
            <p:nvPr/>
          </p:nvSpPr>
          <p:spPr>
            <a:xfrm>
              <a:off x="5710684" y="3829050"/>
              <a:ext cx="2038350" cy="342900"/>
            </a:xfrm>
            <a:custGeom>
              <a:avLst/>
              <a:gdLst/>
              <a:ahLst/>
              <a:cxnLst/>
              <a:rect l="l" t="t" r="r" b="b"/>
              <a:pathLst>
                <a:path w="2038350" h="342900">
                  <a:moveTo>
                    <a:pt x="76199" y="0"/>
                  </a:moveTo>
                  <a:lnTo>
                    <a:pt x="1962151" y="0"/>
                  </a:lnTo>
                  <a:cubicBezTo>
                    <a:pt x="2004234" y="0"/>
                    <a:pt x="2038350" y="34116"/>
                    <a:pt x="2038350" y="76199"/>
                  </a:cubicBezTo>
                  <a:lnTo>
                    <a:pt x="2038350" y="266701"/>
                  </a:lnTo>
                  <a:cubicBezTo>
                    <a:pt x="2038350" y="308784"/>
                    <a:pt x="2004234" y="342900"/>
                    <a:pt x="1962151" y="342900"/>
                  </a:cubicBezTo>
                  <a:lnTo>
                    <a:pt x="76199" y="342900"/>
                  </a:lnTo>
                  <a:cubicBezTo>
                    <a:pt x="34144" y="342900"/>
                    <a:pt x="0" y="308756"/>
                    <a:pt x="0" y="2667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49" name="Text 27">
              <a:extLst>
                <a:ext uri="{FF2B5EF4-FFF2-40B4-BE49-F238E27FC236}">
                  <a16:creationId xmlns:a16="http://schemas.microsoft.com/office/drawing/2014/main" id="{C26E1B2F-9E15-4B1E-AEDD-294533B61305}"/>
                </a:ext>
              </a:extLst>
            </p:cNvPr>
            <p:cNvSpPr/>
            <p:nvPr/>
          </p:nvSpPr>
          <p:spPr>
            <a:xfrm>
              <a:off x="5710684" y="3829050"/>
              <a:ext cx="2105025" cy="342900"/>
            </a:xfrm>
            <a:prstGeom prst="rect">
              <a:avLst/>
            </a:prstGeom>
            <a:noFill/>
            <a:ln/>
          </p:spPr>
          <p:txBody>
            <a:bodyPr wrap="square" lIns="114300" tIns="76200" rIns="114300" bIns="7620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Proses:</a:t>
              </a:r>
              <a:r>
                <a:rPr lang="en-US" sz="105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Validasi silang</a:t>
              </a:r>
              <a:endParaRPr lang="en-US" sz="1600" dirty="0"/>
            </a:p>
          </p:txBody>
        </p:sp>
        <p:sp>
          <p:nvSpPr>
            <p:cNvPr id="50" name="Shape 28">
              <a:extLst>
                <a:ext uri="{FF2B5EF4-FFF2-40B4-BE49-F238E27FC236}">
                  <a16:creationId xmlns:a16="http://schemas.microsoft.com/office/drawing/2014/main" id="{63652C41-E0E9-44E2-B433-6D6E3A657762}"/>
                </a:ext>
              </a:extLst>
            </p:cNvPr>
            <p:cNvSpPr/>
            <p:nvPr/>
          </p:nvSpPr>
          <p:spPr>
            <a:xfrm>
              <a:off x="5710684" y="4248150"/>
              <a:ext cx="2038350" cy="342900"/>
            </a:xfrm>
            <a:custGeom>
              <a:avLst/>
              <a:gdLst/>
              <a:ahLst/>
              <a:cxnLst/>
              <a:rect l="l" t="t" r="r" b="b"/>
              <a:pathLst>
                <a:path w="2038350" h="342900">
                  <a:moveTo>
                    <a:pt x="76199" y="0"/>
                  </a:moveTo>
                  <a:lnTo>
                    <a:pt x="1962151" y="0"/>
                  </a:lnTo>
                  <a:cubicBezTo>
                    <a:pt x="2004234" y="0"/>
                    <a:pt x="2038350" y="34116"/>
                    <a:pt x="2038350" y="76199"/>
                  </a:cubicBezTo>
                  <a:lnTo>
                    <a:pt x="2038350" y="266701"/>
                  </a:lnTo>
                  <a:cubicBezTo>
                    <a:pt x="2038350" y="308784"/>
                    <a:pt x="2004234" y="342900"/>
                    <a:pt x="1962151" y="342900"/>
                  </a:cubicBezTo>
                  <a:lnTo>
                    <a:pt x="76199" y="342900"/>
                  </a:lnTo>
                  <a:cubicBezTo>
                    <a:pt x="34144" y="342900"/>
                    <a:pt x="0" y="308756"/>
                    <a:pt x="0" y="2667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</p:sp>
        <p:sp>
          <p:nvSpPr>
            <p:cNvPr id="51" name="Text 29">
              <a:extLst>
                <a:ext uri="{FF2B5EF4-FFF2-40B4-BE49-F238E27FC236}">
                  <a16:creationId xmlns:a16="http://schemas.microsoft.com/office/drawing/2014/main" id="{AD384605-F4A5-406E-9E02-F63F7577E25B}"/>
                </a:ext>
              </a:extLst>
            </p:cNvPr>
            <p:cNvSpPr/>
            <p:nvPr/>
          </p:nvSpPr>
          <p:spPr>
            <a:xfrm>
              <a:off x="5710684" y="4248150"/>
              <a:ext cx="2105025" cy="342900"/>
            </a:xfrm>
            <a:prstGeom prst="rect">
              <a:avLst/>
            </a:prstGeom>
            <a:noFill/>
            <a:ln/>
          </p:spPr>
          <p:txBody>
            <a:bodyPr wrap="square" lIns="114300" tIns="76200" rIns="114300" bIns="7620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b="1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Tim:</a:t>
              </a:r>
              <a:r>
                <a:rPr lang="en-US" sz="1050" dirty="0">
                  <a:solidFill>
                    <a:srgbClr val="FFFFF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Verifikator data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8685769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1562</Words>
  <Application>Microsoft Office PowerPoint</Application>
  <PresentationFormat>Widescreen</PresentationFormat>
  <Paragraphs>300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Arial</vt:lpstr>
      <vt:lpstr>Quattrocento Sans</vt:lpstr>
      <vt:lpstr>Oranienbaum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Workflow Sistem Manajemen Saksi TPS</dc:title>
  <dc:subject>Workflow Sistem Manajemen Saksi TPS</dc:subject>
  <dc:creator>Kimi</dc:creator>
  <cp:lastModifiedBy>PREDATOR  122421</cp:lastModifiedBy>
  <cp:revision>3</cp:revision>
  <dcterms:created xsi:type="dcterms:W3CDTF">2026-03-29T12:16:03Z</dcterms:created>
  <dcterms:modified xsi:type="dcterms:W3CDTF">2026-03-29T12:46:08Z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{"Label":"Workflow Sistem Manajemen Saksi TPS","ContentProducer":"001191110108MACG2KBH8F10000","ProduceID":"19d39808-8be2-838c-8000-000048527bd2","ReservedCode1":"","ContentPropagator":"001191110108MACG2KBH8F20000","PropagateID":"19d39808-8be2-838c-8000-0</vt:lpwstr>
  </property>
</Properties>
</file>